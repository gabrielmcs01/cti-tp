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3" d="100"/>
          <a:sy n="83" d="100"/>
        </p:scale>
        <p:origin x="614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6F945F-AD6D-4580-9364-EF63DF10C9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2520E79-216A-42E8-9649-DDB05AB143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4B6B37DE-E850-4A4E-B331-581B64BACB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E6A75-01B1-4FAB-8E79-A2B134B7DF2F}" type="datetimeFigureOut">
              <a:rPr lang="pt-PT" smtClean="0"/>
              <a:t>29/10/2020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C96B5026-5285-4886-ACAD-10C589E6E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C38EC674-4283-4073-9B7E-7A9C7CA39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13DA6-BE13-45E9-B84E-B24DFB396D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754300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EA6DC4-7A4B-4EF0-93FB-7E028EF48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F862479C-3342-4B3B-B534-465105EF4A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AFCCC6FB-30EC-48C8-8AC5-06004EE2E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E6A75-01B1-4FAB-8E79-A2B134B7DF2F}" type="datetimeFigureOut">
              <a:rPr lang="pt-PT" smtClean="0"/>
              <a:t>29/10/2020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EF365FED-A003-46A7-AE4A-7EA9358D3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BA8906D4-371E-4A7B-8429-6260832871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13DA6-BE13-45E9-B84E-B24DFB396D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160952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87FC2C-CCA9-4E7B-85D0-77F3FC4B6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7E293683-C41C-47FB-B9A9-4EE93F002F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24441D22-CEB9-42A8-9DEE-ABEAB31A34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E6A75-01B1-4FAB-8E79-A2B134B7DF2F}" type="datetimeFigureOut">
              <a:rPr lang="pt-PT" smtClean="0"/>
              <a:t>29/10/2020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D89A1B7D-F05E-44F0-B977-D77C3334A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E8C6028E-30BF-44F3-A15E-875D42FBB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13DA6-BE13-45E9-B84E-B24DFB396D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719925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978B53-5455-4EB9-B5AA-76899D6D61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B0597260-D72A-4C66-A5C4-B3FB2338D1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461AE9C5-4F14-468B-9BFE-30C5CFFD6F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94291DEA-E363-4275-B441-604C7C72F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E6A75-01B1-4FAB-8E79-A2B134B7DF2F}" type="datetimeFigureOut">
              <a:rPr lang="pt-PT" smtClean="0"/>
              <a:t>29/10/2020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D0E2872C-366E-4213-9FED-E8F118768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3782C646-410B-4077-B19F-B42AAD86F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13DA6-BE13-45E9-B84E-B24DFB396D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7220962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67C39C-16A4-4A2A-BF5A-4AB88169F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3AB91709-4534-4AD1-B172-2F848F918C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A8CF38D4-09A6-4B47-A93C-A34035AFBA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o Texto 4">
            <a:extLst>
              <a:ext uri="{FF2B5EF4-FFF2-40B4-BE49-F238E27FC236}">
                <a16:creationId xmlns:a16="http://schemas.microsoft.com/office/drawing/2014/main" id="{DE4EA7B8-07BD-4F16-B627-35449BAFAF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F00C25B6-2628-415A-98CE-1889FE2605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7" name="Marcador de Posição da Data 6">
            <a:extLst>
              <a:ext uri="{FF2B5EF4-FFF2-40B4-BE49-F238E27FC236}">
                <a16:creationId xmlns:a16="http://schemas.microsoft.com/office/drawing/2014/main" id="{1C50472B-FBFE-4A30-8EAB-66520B34F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E6A75-01B1-4FAB-8E79-A2B134B7DF2F}" type="datetimeFigureOut">
              <a:rPr lang="pt-PT" smtClean="0"/>
              <a:t>29/10/2020</a:t>
            </a:fld>
            <a:endParaRPr lang="pt-PT"/>
          </a:p>
        </p:txBody>
      </p:sp>
      <p:sp>
        <p:nvSpPr>
          <p:cNvPr id="8" name="Marcador de Posição do Rodapé 7">
            <a:extLst>
              <a:ext uri="{FF2B5EF4-FFF2-40B4-BE49-F238E27FC236}">
                <a16:creationId xmlns:a16="http://schemas.microsoft.com/office/drawing/2014/main" id="{09626370-EDE0-4355-A108-97CCF133D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A72C42A6-7D06-4289-AF58-ABD65B3A9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13DA6-BE13-45E9-B84E-B24DFB396D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099007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9CCFE1-DEB5-4E05-BD26-A9215ADA9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A98F4FC7-8FBE-4042-B198-881040089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E6A75-01B1-4FAB-8E79-A2B134B7DF2F}" type="datetimeFigureOut">
              <a:rPr lang="pt-PT" smtClean="0"/>
              <a:t>29/10/2020</a:t>
            </a:fld>
            <a:endParaRPr lang="pt-PT"/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9C6A6E30-5AFB-4D21-983B-919782C97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6366CD86-29A2-43AF-AD3C-C990E147C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13DA6-BE13-45E9-B84E-B24DFB396D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85130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>
            <a:extLst>
              <a:ext uri="{FF2B5EF4-FFF2-40B4-BE49-F238E27FC236}">
                <a16:creationId xmlns:a16="http://schemas.microsoft.com/office/drawing/2014/main" id="{81348C76-23D8-4CF9-A6B6-3DC61F9B2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E6A75-01B1-4FAB-8E79-A2B134B7DF2F}" type="datetimeFigureOut">
              <a:rPr lang="pt-PT" smtClean="0"/>
              <a:t>29/10/2020</a:t>
            </a:fld>
            <a:endParaRPr lang="pt-PT"/>
          </a:p>
        </p:txBody>
      </p:sp>
      <p:sp>
        <p:nvSpPr>
          <p:cNvPr id="3" name="Marcador de Posição do Rodapé 2">
            <a:extLst>
              <a:ext uri="{FF2B5EF4-FFF2-40B4-BE49-F238E27FC236}">
                <a16:creationId xmlns:a16="http://schemas.microsoft.com/office/drawing/2014/main" id="{E44CE2A6-3559-41CE-9F36-249F344DD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DCC7D84E-93B4-45ED-9376-77B58CCB6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13DA6-BE13-45E9-B84E-B24DFB396D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808743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307939-0781-46AA-AF61-393D6F89E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BAB6C12A-235B-443B-BDE2-94131AD182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1574560C-9007-4F7D-B143-E360E96274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01DC9B54-E5ED-400E-B42C-05CA1A3690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E6A75-01B1-4FAB-8E79-A2B134B7DF2F}" type="datetimeFigureOut">
              <a:rPr lang="pt-PT" smtClean="0"/>
              <a:t>29/10/2020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4A5B1225-82CA-44B1-890D-1E665B8C7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F548D5BC-85FF-43C1-8CD3-29DA2672A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13DA6-BE13-45E9-B84E-B24DFB396D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3815156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15B6A2-8405-4643-A97F-C94EC4D3C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Imagem 2">
            <a:extLst>
              <a:ext uri="{FF2B5EF4-FFF2-40B4-BE49-F238E27FC236}">
                <a16:creationId xmlns:a16="http://schemas.microsoft.com/office/drawing/2014/main" id="{43EA670C-8EF3-4459-A840-88355C95F1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C4823B44-E6FB-494F-9B51-A7A81CE122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E7FB39E6-A707-4761-B8B7-C13A5D234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E6A75-01B1-4FAB-8E79-A2B134B7DF2F}" type="datetimeFigureOut">
              <a:rPr lang="pt-PT" smtClean="0"/>
              <a:t>29/10/2020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3B3B5773-439B-49AD-93F6-047E0CEB3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D94F73C3-CAB3-45D3-9BEE-A1CBC7780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13DA6-BE13-45E9-B84E-B24DFB396D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065717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2A5BCA-2ABD-4755-B3AD-343AC5EE39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12418F82-8562-4E55-A4F3-43A7CA1B04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F6C6105D-3A5A-430E-86B8-9BFF8D82C0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E6A75-01B1-4FAB-8E79-A2B134B7DF2F}" type="datetimeFigureOut">
              <a:rPr lang="pt-PT" smtClean="0"/>
              <a:t>29/10/2020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E5C565B1-CDA0-4E31-8D8C-2EBE597D78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97266FCF-FE19-4B37-8FAF-72B718CA6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13DA6-BE13-45E9-B84E-B24DFB396D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917988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A569DB9-F649-4CBB-BCB3-E066197E66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BBCABF7D-7F3A-4B40-B49D-1CB8B643CF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663712D1-9695-4561-AE2A-03A37F75D2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E6A75-01B1-4FAB-8E79-A2B134B7DF2F}" type="datetimeFigureOut">
              <a:rPr lang="pt-PT" smtClean="0"/>
              <a:t>29/10/2020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E134475C-1878-423E-B8A8-C8E8C63D96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F9FD3E16-ABDD-4AED-A7A3-0A1CC2A13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13DA6-BE13-45E9-B84E-B24DFB396D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84233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>
            <a:extLst>
              <a:ext uri="{FF2B5EF4-FFF2-40B4-BE49-F238E27FC236}">
                <a16:creationId xmlns:a16="http://schemas.microsoft.com/office/drawing/2014/main" id="{FE26A2E7-D5BE-4E6F-9286-1E04B3711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8222B78C-CD62-401E-8BAD-16B4B45623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574A0A1A-BF8D-46B5-90C2-B7AB94678E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7E6A75-01B1-4FAB-8E79-A2B134B7DF2F}" type="datetimeFigureOut">
              <a:rPr lang="pt-PT" smtClean="0"/>
              <a:t>29/10/2020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5C04ED05-719E-43C6-B710-D299C4841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1253358F-97E7-4C4F-8B63-BB1570F308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E13DA6-BE13-45E9-B84E-B24DFB396D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539707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08E269-5346-48D3-AA2C-C47CEDDB47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D0BA479-18B7-438C-8674-F1367B9092F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6717524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Ecrã Panorâmico</PresentationFormat>
  <Paragraphs>0</Paragraphs>
  <Slides>1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gabriel silva</dc:creator>
  <cp:lastModifiedBy>gabriel silva</cp:lastModifiedBy>
  <cp:revision>1</cp:revision>
  <dcterms:created xsi:type="dcterms:W3CDTF">2020-10-29T15:16:57Z</dcterms:created>
  <dcterms:modified xsi:type="dcterms:W3CDTF">2020-10-29T15:17:11Z</dcterms:modified>
</cp:coreProperties>
</file>