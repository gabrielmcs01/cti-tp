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61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22F50-07CD-4C2A-BCD1-57B1CBCDC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3DB268-DF99-4EC2-B06A-B76C88F5F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447218-7327-451B-B6D9-21E9E23A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3A8F1B0-183C-497D-B4A8-834FEE88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4A40999-B7EA-42ED-83F7-E33A1E0F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BFFA25D-B29D-47CF-9E76-0252CAF8A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00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883" y="379872"/>
            <a:ext cx="1015833" cy="11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3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AECC1-0C9F-4A22-AC85-8391AC1D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E02520C-F34B-46A8-9ABA-B9F4B1B99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4524611-B052-4A74-8D0B-C8B9858E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AEBECD-1171-4D30-8EB1-FFA20371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677AE2-0949-4F8E-A50E-4F9D48C9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23BFDEC-946B-48A3-A8B4-B7611E6F0A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00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883" y="365125"/>
            <a:ext cx="1015833" cy="11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4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94E45-51CB-4EFD-ABB0-1EB09505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F4A56C-D085-4D0B-B192-4663C2324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9C658A7-DDA1-432F-BE9A-65B3D5D3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046484-7207-41D7-B8D4-23075A13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48BF928-C75F-440F-BC04-551C681C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45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7CB1F-62D7-4C89-B46F-C2C453BE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6341E6A-6AFD-421C-A7B9-05FFA9337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84C1BFE-8617-462A-A45D-DF9B80EEE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E6C4DD6-4CDE-4AED-B7AC-2CCF9D01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8DCB4A7-6C9B-48EE-B43B-7C276389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5C4B36F-EA61-495F-8C14-C4A25EDB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486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2983C-2454-4497-810F-9D32657E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BD26BB-1A26-4CBF-A74F-DC6F1609E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4844145-9232-4DFB-874F-1CED5E22C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8FEF7A4-4895-4D30-98F5-5C821DC6F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F2B926F-633D-47F0-85E7-4220144F9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CD6D33C-6D32-4B87-B372-DDA03F0D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2DA72AA-8AAE-4CE8-9C2C-AF688D4F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2C5F641-0045-491E-A183-6F81AEDD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6746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542B1-9BE6-4789-A080-0B2AAA82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143E990-D72C-4077-B049-0A15181B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8E9CBAE-F6AB-4651-8BB4-D4D49AF7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9E02E79-5D8A-4D72-954A-52867E3D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169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765D6D0-E39B-4072-BEBB-209D062D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8107F70A-8E35-4BBE-87BE-4CF5B312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2BBA96-7DE9-47E8-8E99-40CC98A9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993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E34E6-7B0C-4BC3-AE64-89A98218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458ED20-75C4-4B5F-83E2-A9D6B18C6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23FE5E1-9817-4E3D-8AD9-CF38D2E76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D2C38FD-5815-4E9B-9BFF-F163525E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CC29CED-65A0-4435-9DD2-54F097CA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A9072DD-C9EA-41D3-8660-F55EDAD3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429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AF2E6-CAAE-4EBC-939C-80DC03DD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22851E2-F460-4C1E-AFF9-E4E57ACC3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E3A15E42-D5A1-4AC6-8A77-C523E9670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3B138B2-7DCA-4859-B18C-98F33DAB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E3E8EB8-900E-45D4-A4A3-C93F237C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36A37B1-CC4B-4D8E-9637-06A77E1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007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1ED5C-0644-4D4E-A46B-59AA03AA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65CD9BC-6AA3-4613-92EA-CADCE8FA3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0E0999A-AEC8-4A9A-ADF8-1E9F4787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0DD0987-E200-4DC3-8E04-752FD8D8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B5D4173-EA90-454B-8A72-FA2C79A5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764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74DAA8-64D4-457A-B4C5-A7814406E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5A543E0-0EB1-4D78-B7A6-BDA23722E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3AED43B-210A-4BDB-92DE-633A4F7E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AC5A12-BD07-4465-BD75-1F4CDC8C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BB1C08-E00D-4E67-9BFA-F9A00CD9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1133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24940A4-1896-41F6-B97B-59FFFDE3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151F56A-EDAA-4525-A067-F96588B60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B5AC1A2-9D99-4507-AD1E-B3D567745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E6A75-01B1-4FAB-8E79-A2B134B7DF2F}" type="datetimeFigureOut">
              <a:rPr lang="pt-PT" smtClean="0"/>
              <a:t>30/10/2020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72E8EC9-0B31-409D-84DF-464B3BD6D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541BACC-1379-481A-8072-BA08DDAB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3DA6-BE13-45E9-B84E-B24DFB396DE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166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wocintechchat/25392390163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Oxygen480-categories-applications-internet.sv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portugal.pt/sites/default/files/styles/content_50_perct/public/imagens/group/ei_20201002_grafico_pt.png?itok=uAl1ymkH" TargetMode="External"/><Relationship Id="rId2" Type="http://schemas.openxmlformats.org/officeDocument/2006/relationships/hyperlink" Target="https://www.doutorfinancas.pt/utilidades/teletrabalho-vantagens-e-desvantage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portugal.pt/sites/default/files/styles/content_50_perct/public/imagens/group/ei_20201030_grafico_pt.png?itok=zUmQX2tV" TargetMode="External"/><Relationship Id="rId4" Type="http://schemas.openxmlformats.org/officeDocument/2006/relationships/hyperlink" Target="https://gee.gov.pt/images/1_Flache_2020/e_maio_2020/12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8E269-5346-48D3-AA2C-C47CEDDB4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5052" y="434641"/>
            <a:ext cx="8201891" cy="965055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Vantagens económicas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0BA479-18B7-438C-8674-F1367B909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7551" y="1607129"/>
            <a:ext cx="2416896" cy="609598"/>
          </a:xfrm>
        </p:spPr>
        <p:txBody>
          <a:bodyPr>
            <a:normAutofit/>
          </a:bodyPr>
          <a:lstStyle/>
          <a:p>
            <a:r>
              <a:rPr lang="pt-PT" sz="3200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F1FF07-E939-4BF7-80EB-D49DD84BDED8}"/>
              </a:ext>
            </a:extLst>
          </p:cNvPr>
          <p:cNvSpPr txBox="1"/>
          <p:nvPr/>
        </p:nvSpPr>
        <p:spPr>
          <a:xfrm>
            <a:off x="1798320" y="2631593"/>
            <a:ext cx="86895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Neste subtema irá ser apresentadas várias vantagens na parte económica que o teletrabalho permitiu, que antes deste existir não eram possíveis, desde as empresas aos trabalhadores</a:t>
            </a:r>
          </a:p>
        </p:txBody>
      </p:sp>
    </p:spTree>
    <p:extLst>
      <p:ext uri="{BB962C8B-B14F-4D97-AF65-F5344CB8AC3E}">
        <p14:creationId xmlns:p14="http://schemas.microsoft.com/office/powerpoint/2010/main" val="116717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conomia numa imagem | Banco de Portugal">
            <a:extLst>
              <a:ext uri="{FF2B5EF4-FFF2-40B4-BE49-F238E27FC236}">
                <a16:creationId xmlns:a16="http://schemas.microsoft.com/office/drawing/2014/main" id="{E88CBD1D-BC4F-42ED-B86F-1ABC5D2B1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07065"/>
            <a:ext cx="5621867" cy="419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INE e Banco de Portugal - Inquérito Rápido e Excecional às Empresas -  COVID-19 - GEE">
            <a:extLst>
              <a:ext uri="{FF2B5EF4-FFF2-40B4-BE49-F238E27FC236}">
                <a16:creationId xmlns:a16="http://schemas.microsoft.com/office/drawing/2014/main" id="{CCD053F4-01B0-4618-8ABA-71A3AD3D4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866" y="785812"/>
            <a:ext cx="6477000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37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A7DC1-7205-4349-8B7D-8B7032A1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600" dirty="0"/>
              <a:t>Vantagens económicas para as empresas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CA623ED-699A-41B0-AA41-C32F22D7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600"/>
              </a:spcAft>
            </a:pPr>
            <a:r>
              <a:rPr lang="pt-PT" sz="2400" dirty="0"/>
              <a:t>Redução das despesas ao minimizar ou não haver de todo um espaço físico da empresa e este ser todo online</a:t>
            </a:r>
          </a:p>
          <a:p>
            <a:pPr algn="just">
              <a:spcAft>
                <a:spcPts val="600"/>
              </a:spcAft>
            </a:pPr>
            <a:r>
              <a:rPr lang="pt-PT" sz="2400" dirty="0"/>
              <a:t>Maior flexibilidade para contratações de trabalhadores e gestão de horários que pode permitir alguma poupança ao fazer horários reduzidos</a:t>
            </a:r>
          </a:p>
          <a:p>
            <a:pPr algn="just">
              <a:spcAft>
                <a:spcPts val="600"/>
              </a:spcAft>
            </a:pPr>
            <a:r>
              <a:rPr lang="pt-PT" sz="2400" dirty="0"/>
              <a:t>O teletrabalho também permite fazer contratações pelo globo mais facilmente e encontrar os melhores profissionais para cada área</a:t>
            </a:r>
          </a:p>
          <a:p>
            <a:endParaRPr lang="pt-PT" sz="2400" dirty="0"/>
          </a:p>
          <a:p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7D5473-0480-438C-A218-9AFFBC08B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36280" y="4150922"/>
            <a:ext cx="2540073" cy="25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6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A7DC1-7205-4349-8B7D-8B7032A1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600" dirty="0"/>
              <a:t>Vantagens económicas para os trabalhadores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CA623ED-699A-41B0-AA41-C32F22D7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sz="2400" dirty="0">
                <a:cs typeface="Calibri" panose="020F0502020204030204" pitchFamily="34" charset="0"/>
              </a:rPr>
              <a:t>O</a:t>
            </a:r>
            <a:r>
              <a:rPr lang="pt-PT" sz="2400" b="0" i="0" dirty="0">
                <a:effectLst/>
                <a:cs typeface="Calibri" panose="020F0502020204030204" pitchFamily="34" charset="0"/>
              </a:rPr>
              <a:t>s custos e despesas são reduzidos. Poupa-se em deslocações e refeições que teriam de se fazer fora de casa</a:t>
            </a:r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5294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D5EEE-2103-440B-A970-4A346740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Bibliografia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C54AE9-C682-4EE1-A38C-79647FE9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/>
          <a:lstStyle/>
          <a:p>
            <a:r>
              <a:rPr lang="pt-PT" sz="2000" dirty="0">
                <a:hlinkClick r:id="rId2"/>
              </a:rPr>
              <a:t>https://www.doutorfinancas.pt/utilidades/teletrabalho-vantagens-e-desvantagens/</a:t>
            </a:r>
            <a:endParaRPr lang="pt-PT" sz="2000" dirty="0"/>
          </a:p>
          <a:p>
            <a:endParaRPr lang="pt-PT" sz="2000" dirty="0"/>
          </a:p>
          <a:p>
            <a:endParaRPr lang="pt-PT" sz="2000" dirty="0"/>
          </a:p>
          <a:p>
            <a:r>
              <a:rPr lang="pt-PT" sz="2000" dirty="0">
                <a:hlinkClick r:id="rId3"/>
              </a:rPr>
              <a:t>https://www.bportugal.pt/sites/default/files/styles/content_50_perct/public/imagens/group/ei_20201002_grafico_pt.png?itok=uAl1ymkH</a:t>
            </a:r>
            <a:endParaRPr lang="pt-PT" sz="2000" dirty="0"/>
          </a:p>
          <a:p>
            <a:r>
              <a:rPr lang="pt-PT" sz="2000" dirty="0">
                <a:hlinkClick r:id="rId4"/>
              </a:rPr>
              <a:t>https://gee.gov.pt/images/1_Flache_2020/e_maio_2020/12.png</a:t>
            </a:r>
            <a:endParaRPr lang="pt-PT" sz="2000" dirty="0"/>
          </a:p>
          <a:p>
            <a:r>
              <a:rPr lang="pt-PT" sz="2000" dirty="0">
                <a:hlinkClick r:id="rId5"/>
              </a:rPr>
              <a:t>https://www.bportugal.pt/sites/default/files/styles/content_50_perct/public/imagens/group/ei_20201030_grafico_pt.png?itok=zUmQX2tV</a:t>
            </a:r>
            <a:endParaRPr lang="pt-PT" sz="2000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79270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236</Words>
  <Application>Microsoft Office PowerPoint</Application>
  <PresentationFormat>Ecrã Panorâmico</PresentationFormat>
  <Paragraphs>16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Vantagens económicas</vt:lpstr>
      <vt:lpstr>Apresentação do PowerPoint</vt:lpstr>
      <vt:lpstr>Vantagens económicas para as empresas</vt:lpstr>
      <vt:lpstr>Vantagens económicas para os trabalhadores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silva</dc:creator>
  <cp:lastModifiedBy>gabriel silva</cp:lastModifiedBy>
  <cp:revision>25</cp:revision>
  <dcterms:created xsi:type="dcterms:W3CDTF">2020-10-29T15:16:57Z</dcterms:created>
  <dcterms:modified xsi:type="dcterms:W3CDTF">2020-10-30T16:06:50Z</dcterms:modified>
</cp:coreProperties>
</file>