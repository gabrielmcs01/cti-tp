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920EC-E48C-42B1-8FFC-9F57C5AD93A5}" v="5" dt="2020-11-05T00:44:49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7" autoAdjust="0"/>
  </p:normalViewPr>
  <p:slideViewPr>
    <p:cSldViewPr snapToGrid="0">
      <p:cViewPr varScale="1">
        <p:scale>
          <a:sx n="60" d="100"/>
          <a:sy n="60" d="100"/>
        </p:scale>
        <p:origin x="72" y="1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Rafael Cunha Pereira" userId="41356203-1e84-4d71-862d-57204f6122a5" providerId="ADAL" clId="{C3E920EC-E48C-42B1-8FFC-9F57C5AD93A5}"/>
    <pc:docChg chg="undo custSel mod addSld delSld modSld">
      <pc:chgData name="Diogo Rafael Cunha Pereira" userId="41356203-1e84-4d71-862d-57204f6122a5" providerId="ADAL" clId="{C3E920EC-E48C-42B1-8FFC-9F57C5AD93A5}" dt="2020-11-05T00:44:49.023" v="1141" actId="20577"/>
      <pc:docMkLst>
        <pc:docMk/>
      </pc:docMkLst>
      <pc:sldChg chg="modSp mod modNotesTx">
        <pc:chgData name="Diogo Rafael Cunha Pereira" userId="41356203-1e84-4d71-862d-57204f6122a5" providerId="ADAL" clId="{C3E920EC-E48C-42B1-8FFC-9F57C5AD93A5}" dt="2020-11-05T00:18:27.610" v="242" actId="20577"/>
        <pc:sldMkLst>
          <pc:docMk/>
          <pc:sldMk cId="3762453940" sldId="259"/>
        </pc:sldMkLst>
        <pc:spChg chg="mod">
          <ac:chgData name="Diogo Rafael Cunha Pereira" userId="41356203-1e84-4d71-862d-57204f6122a5" providerId="ADAL" clId="{C3E920EC-E48C-42B1-8FFC-9F57C5AD93A5}" dt="2020-11-05T00:16:06.647" v="239" actId="20577"/>
          <ac:spMkLst>
            <pc:docMk/>
            <pc:sldMk cId="3762453940" sldId="259"/>
            <ac:spMk id="2" creationId="{175403C1-EA1D-4CE1-9D1F-3ACF49F11E67}"/>
          </ac:spMkLst>
        </pc:spChg>
        <pc:spChg chg="mod">
          <ac:chgData name="Diogo Rafael Cunha Pereira" userId="41356203-1e84-4d71-862d-57204f6122a5" providerId="ADAL" clId="{C3E920EC-E48C-42B1-8FFC-9F57C5AD93A5}" dt="2020-11-05T00:18:27.610" v="242" actId="20577"/>
          <ac:spMkLst>
            <pc:docMk/>
            <pc:sldMk cId="3762453940" sldId="259"/>
            <ac:spMk id="3" creationId="{C0CF6C28-3764-4749-8231-6E7CE40BB8DA}"/>
          </ac:spMkLst>
        </pc:spChg>
      </pc:sldChg>
      <pc:sldChg chg="del">
        <pc:chgData name="Diogo Rafael Cunha Pereira" userId="41356203-1e84-4d71-862d-57204f6122a5" providerId="ADAL" clId="{C3E920EC-E48C-42B1-8FFC-9F57C5AD93A5}" dt="2020-11-05T00:02:03.084" v="0" actId="2696"/>
        <pc:sldMkLst>
          <pc:docMk/>
          <pc:sldMk cId="964660544" sldId="260"/>
        </pc:sldMkLst>
      </pc:sldChg>
      <pc:sldChg chg="addSp delSp modSp new mod setBg setClrOvrMap modNotesTx">
        <pc:chgData name="Diogo Rafael Cunha Pereira" userId="41356203-1e84-4d71-862d-57204f6122a5" providerId="ADAL" clId="{C3E920EC-E48C-42B1-8FFC-9F57C5AD93A5}" dt="2020-11-05T00:33:18.984" v="876" actId="20577"/>
        <pc:sldMkLst>
          <pc:docMk/>
          <pc:sldMk cId="1795369858" sldId="260"/>
        </pc:sldMkLst>
        <pc:spChg chg="mod">
          <ac:chgData name="Diogo Rafael Cunha Pereira" userId="41356203-1e84-4d71-862d-57204f6122a5" providerId="ADAL" clId="{C3E920EC-E48C-42B1-8FFC-9F57C5AD93A5}" dt="2020-11-05T00:31:07.076" v="662" actId="26606"/>
          <ac:spMkLst>
            <pc:docMk/>
            <pc:sldMk cId="1795369858" sldId="260"/>
            <ac:spMk id="2" creationId="{34B34F67-F971-4367-9AA7-C2AD2A9E0CBD}"/>
          </ac:spMkLst>
        </pc:spChg>
        <pc:spChg chg="mod ord">
          <ac:chgData name="Diogo Rafael Cunha Pereira" userId="41356203-1e84-4d71-862d-57204f6122a5" providerId="ADAL" clId="{C3E920EC-E48C-42B1-8FFC-9F57C5AD93A5}" dt="2020-11-05T00:31:07.076" v="662" actId="26606"/>
          <ac:spMkLst>
            <pc:docMk/>
            <pc:sldMk cId="1795369858" sldId="260"/>
            <ac:spMk id="3" creationId="{1A73EE82-E05D-41D0-99DF-46E922B6DD00}"/>
          </ac:spMkLst>
        </pc:spChg>
        <pc:spChg chg="add mod">
          <ac:chgData name="Diogo Rafael Cunha Pereira" userId="41356203-1e84-4d71-862d-57204f6122a5" providerId="ADAL" clId="{C3E920EC-E48C-42B1-8FFC-9F57C5AD93A5}" dt="2020-11-05T00:31:07.076" v="662" actId="26606"/>
          <ac:spMkLst>
            <pc:docMk/>
            <pc:sldMk cId="1795369858" sldId="260"/>
            <ac:spMk id="6" creationId="{9196743F-E2E7-4958-ADC1-FB72D77DAE23}"/>
          </ac:spMkLst>
        </pc:spChg>
        <pc:spChg chg="add del">
          <ac:chgData name="Diogo Rafael Cunha Pereira" userId="41356203-1e84-4d71-862d-57204f6122a5" providerId="ADAL" clId="{C3E920EC-E48C-42B1-8FFC-9F57C5AD93A5}" dt="2020-11-05T00:31:01.228" v="655" actId="26606"/>
          <ac:spMkLst>
            <pc:docMk/>
            <pc:sldMk cId="1795369858" sldId="260"/>
            <ac:spMk id="11" creationId="{F56F5174-31D9-4DBB-AAB7-A1FD7BDB1352}"/>
          </ac:spMkLst>
        </pc:spChg>
        <pc:spChg chg="add del">
          <ac:chgData name="Diogo Rafael Cunha Pereira" userId="41356203-1e84-4d71-862d-57204f6122a5" providerId="ADAL" clId="{C3E920EC-E48C-42B1-8FFC-9F57C5AD93A5}" dt="2020-11-05T00:31:01.228" v="655" actId="26606"/>
          <ac:spMkLst>
            <pc:docMk/>
            <pc:sldMk cId="1795369858" sldId="260"/>
            <ac:spMk id="15" creationId="{F9A95BEE-6BB1-4A28-A8E6-A34B2E42EF87}"/>
          </ac:spMkLst>
        </pc:spChg>
        <pc:spChg chg="add del">
          <ac:chgData name="Diogo Rafael Cunha Pereira" userId="41356203-1e84-4d71-862d-57204f6122a5" providerId="ADAL" clId="{C3E920EC-E48C-42B1-8FFC-9F57C5AD93A5}" dt="2020-11-05T00:31:03.050" v="657" actId="26606"/>
          <ac:spMkLst>
            <pc:docMk/>
            <pc:sldMk cId="1795369858" sldId="260"/>
            <ac:spMk id="17" creationId="{7A5F0580-5EE9-419F-96EE-B6529EF6E7D0}"/>
          </ac:spMkLst>
        </pc:spChg>
        <pc:spChg chg="add del">
          <ac:chgData name="Diogo Rafael Cunha Pereira" userId="41356203-1e84-4d71-862d-57204f6122a5" providerId="ADAL" clId="{C3E920EC-E48C-42B1-8FFC-9F57C5AD93A5}" dt="2020-11-05T00:31:03.050" v="657" actId="26606"/>
          <ac:spMkLst>
            <pc:docMk/>
            <pc:sldMk cId="1795369858" sldId="260"/>
            <ac:spMk id="18" creationId="{9AA72BD9-2C5A-4EDC-931F-5AA08EACA0F3}"/>
          </ac:spMkLst>
        </pc:spChg>
        <pc:spChg chg="add del">
          <ac:chgData name="Diogo Rafael Cunha Pereira" userId="41356203-1e84-4d71-862d-57204f6122a5" providerId="ADAL" clId="{C3E920EC-E48C-42B1-8FFC-9F57C5AD93A5}" dt="2020-11-05T00:31:03.050" v="657" actId="26606"/>
          <ac:spMkLst>
            <pc:docMk/>
            <pc:sldMk cId="1795369858" sldId="260"/>
            <ac:spMk id="19" creationId="{DD3981AC-7B61-4947-BCF3-F7AA7FA385B9}"/>
          </ac:spMkLst>
        </pc:spChg>
        <pc:spChg chg="add del">
          <ac:chgData name="Diogo Rafael Cunha Pereira" userId="41356203-1e84-4d71-862d-57204f6122a5" providerId="ADAL" clId="{C3E920EC-E48C-42B1-8FFC-9F57C5AD93A5}" dt="2020-11-05T00:31:03.050" v="657" actId="26606"/>
          <ac:spMkLst>
            <pc:docMk/>
            <pc:sldMk cId="1795369858" sldId="260"/>
            <ac:spMk id="20" creationId="{55D4142C-5077-457F-A6AD-3FECFDB39685}"/>
          </ac:spMkLst>
        </pc:spChg>
        <pc:spChg chg="add del">
          <ac:chgData name="Diogo Rafael Cunha Pereira" userId="41356203-1e84-4d71-862d-57204f6122a5" providerId="ADAL" clId="{C3E920EC-E48C-42B1-8FFC-9F57C5AD93A5}" dt="2020-11-05T00:31:05.718" v="659" actId="26606"/>
          <ac:spMkLst>
            <pc:docMk/>
            <pc:sldMk cId="1795369858" sldId="260"/>
            <ac:spMk id="22" creationId="{8FC9BE17-9A7B-462D-AE50-3D8777387304}"/>
          </ac:spMkLst>
        </pc:spChg>
        <pc:spChg chg="add del">
          <ac:chgData name="Diogo Rafael Cunha Pereira" userId="41356203-1e84-4d71-862d-57204f6122a5" providerId="ADAL" clId="{C3E920EC-E48C-42B1-8FFC-9F57C5AD93A5}" dt="2020-11-05T00:31:05.718" v="659" actId="26606"/>
          <ac:spMkLst>
            <pc:docMk/>
            <pc:sldMk cId="1795369858" sldId="260"/>
            <ac:spMk id="23" creationId="{3EBE8569-6AEC-4B8C-8D53-2DE337CDBA65}"/>
          </ac:spMkLst>
        </pc:spChg>
        <pc:spChg chg="add del">
          <ac:chgData name="Diogo Rafael Cunha Pereira" userId="41356203-1e84-4d71-862d-57204f6122a5" providerId="ADAL" clId="{C3E920EC-E48C-42B1-8FFC-9F57C5AD93A5}" dt="2020-11-05T00:31:05.718" v="659" actId="26606"/>
          <ac:spMkLst>
            <pc:docMk/>
            <pc:sldMk cId="1795369858" sldId="260"/>
            <ac:spMk id="24" creationId="{55D4142C-5077-457F-A6AD-3FECFDB39685}"/>
          </ac:spMkLst>
        </pc:spChg>
        <pc:spChg chg="add del">
          <ac:chgData name="Diogo Rafael Cunha Pereira" userId="41356203-1e84-4d71-862d-57204f6122a5" providerId="ADAL" clId="{C3E920EC-E48C-42B1-8FFC-9F57C5AD93A5}" dt="2020-11-05T00:31:05.718" v="659" actId="26606"/>
          <ac:spMkLst>
            <pc:docMk/>
            <pc:sldMk cId="1795369858" sldId="260"/>
            <ac:spMk id="25" creationId="{7A5F0580-5EE9-419F-96EE-B6529EF6E7D0}"/>
          </ac:spMkLst>
        </pc:spChg>
        <pc:picChg chg="add mod ord">
          <ac:chgData name="Diogo Rafael Cunha Pereira" userId="41356203-1e84-4d71-862d-57204f6122a5" providerId="ADAL" clId="{C3E920EC-E48C-42B1-8FFC-9F57C5AD93A5}" dt="2020-11-05T00:31:07.076" v="662" actId="26606"/>
          <ac:picMkLst>
            <pc:docMk/>
            <pc:sldMk cId="1795369858" sldId="260"/>
            <ac:picMk id="5" creationId="{FE492F77-EE51-45E4-B229-B3B84DAEAE5A}"/>
          </ac:picMkLst>
        </pc:picChg>
        <pc:picChg chg="add del">
          <ac:chgData name="Diogo Rafael Cunha Pereira" userId="41356203-1e84-4d71-862d-57204f6122a5" providerId="ADAL" clId="{C3E920EC-E48C-42B1-8FFC-9F57C5AD93A5}" dt="2020-11-05T00:31:01.228" v="655" actId="26606"/>
          <ac:picMkLst>
            <pc:docMk/>
            <pc:sldMk cId="1795369858" sldId="260"/>
            <ac:picMk id="13" creationId="{AE113210-7872-481A-ADE6-3A05CCAF5EB2}"/>
          </ac:picMkLst>
        </pc:picChg>
        <pc:picChg chg="add">
          <ac:chgData name="Diogo Rafael Cunha Pereira" userId="41356203-1e84-4d71-862d-57204f6122a5" providerId="ADAL" clId="{C3E920EC-E48C-42B1-8FFC-9F57C5AD93A5}" dt="2020-11-05T00:31:07.076" v="662" actId="26606"/>
          <ac:picMkLst>
            <pc:docMk/>
            <pc:sldMk cId="1795369858" sldId="260"/>
            <ac:picMk id="29" creationId="{54DDEBDD-D8BD-41A6-8A0D-B00E3768B0F9}"/>
          </ac:picMkLst>
        </pc:picChg>
        <pc:cxnChg chg="add del">
          <ac:chgData name="Diogo Rafael Cunha Pereira" userId="41356203-1e84-4d71-862d-57204f6122a5" providerId="ADAL" clId="{C3E920EC-E48C-42B1-8FFC-9F57C5AD93A5}" dt="2020-11-05T00:31:06.964" v="661" actId="26606"/>
          <ac:cxnSpMkLst>
            <pc:docMk/>
            <pc:sldMk cId="1795369858" sldId="260"/>
            <ac:cxnSpMk id="27" creationId="{A7F400EE-A8A5-48AF-B4D6-291B52C6F0B0}"/>
          </ac:cxnSpMkLst>
        </pc:cxnChg>
      </pc:sldChg>
      <pc:sldChg chg="modSp new mod">
        <pc:chgData name="Diogo Rafael Cunha Pereira" userId="41356203-1e84-4d71-862d-57204f6122a5" providerId="ADAL" clId="{C3E920EC-E48C-42B1-8FFC-9F57C5AD93A5}" dt="2020-11-05T00:44:49.023" v="1141" actId="20577"/>
        <pc:sldMkLst>
          <pc:docMk/>
          <pc:sldMk cId="3815963995" sldId="261"/>
        </pc:sldMkLst>
        <pc:spChg chg="mod">
          <ac:chgData name="Diogo Rafael Cunha Pereira" userId="41356203-1e84-4d71-862d-57204f6122a5" providerId="ADAL" clId="{C3E920EC-E48C-42B1-8FFC-9F57C5AD93A5}" dt="2020-11-05T00:25:26.975" v="268" actId="20577"/>
          <ac:spMkLst>
            <pc:docMk/>
            <pc:sldMk cId="3815963995" sldId="261"/>
            <ac:spMk id="2" creationId="{4690A88C-9ED5-489F-A466-214668989AD7}"/>
          </ac:spMkLst>
        </pc:spChg>
        <pc:spChg chg="mod">
          <ac:chgData name="Diogo Rafael Cunha Pereira" userId="41356203-1e84-4d71-862d-57204f6122a5" providerId="ADAL" clId="{C3E920EC-E48C-42B1-8FFC-9F57C5AD93A5}" dt="2020-11-05T00:44:49.023" v="1141" actId="20577"/>
          <ac:spMkLst>
            <pc:docMk/>
            <pc:sldMk cId="3815963995" sldId="261"/>
            <ac:spMk id="3" creationId="{6944B635-CA86-4B59-9739-F6F340E2D7C3}"/>
          </ac:spMkLst>
        </pc:spChg>
      </pc:sldChg>
      <pc:sldChg chg="addSp delSp modSp new mod setBg">
        <pc:chgData name="Diogo Rafael Cunha Pereira" userId="41356203-1e84-4d71-862d-57204f6122a5" providerId="ADAL" clId="{C3E920EC-E48C-42B1-8FFC-9F57C5AD93A5}" dt="2020-11-05T00:43:57.179" v="1095" actId="26606"/>
        <pc:sldMkLst>
          <pc:docMk/>
          <pc:sldMk cId="90760510" sldId="262"/>
        </pc:sldMkLst>
        <pc:spChg chg="mod">
          <ac:chgData name="Diogo Rafael Cunha Pereira" userId="41356203-1e84-4d71-862d-57204f6122a5" providerId="ADAL" clId="{C3E920EC-E48C-42B1-8FFC-9F57C5AD93A5}" dt="2020-11-05T00:43:57.179" v="1095" actId="26606"/>
          <ac:spMkLst>
            <pc:docMk/>
            <pc:sldMk cId="90760510" sldId="262"/>
            <ac:spMk id="2" creationId="{F8574980-E96D-4189-9A94-B3E51A0A1550}"/>
          </ac:spMkLst>
        </pc:spChg>
        <pc:spChg chg="mod ord">
          <ac:chgData name="Diogo Rafael Cunha Pereira" userId="41356203-1e84-4d71-862d-57204f6122a5" providerId="ADAL" clId="{C3E920EC-E48C-42B1-8FFC-9F57C5AD93A5}" dt="2020-11-05T00:43:57.179" v="1095" actId="26606"/>
          <ac:spMkLst>
            <pc:docMk/>
            <pc:sldMk cId="90760510" sldId="262"/>
            <ac:spMk id="3" creationId="{67E02D63-5024-424B-B8C0-17E6E6C306A2}"/>
          </ac:spMkLst>
        </pc:spChg>
        <pc:spChg chg="add mod">
          <ac:chgData name="Diogo Rafael Cunha Pereira" userId="41356203-1e84-4d71-862d-57204f6122a5" providerId="ADAL" clId="{C3E920EC-E48C-42B1-8FFC-9F57C5AD93A5}" dt="2020-11-05T00:43:57.179" v="1095" actId="26606"/>
          <ac:spMkLst>
            <pc:docMk/>
            <pc:sldMk cId="90760510" sldId="262"/>
            <ac:spMk id="6" creationId="{60C77FA3-B951-4986-BA87-AA30F8811D8B}"/>
          </ac:spMkLst>
        </pc:spChg>
        <pc:spChg chg="add del">
          <ac:chgData name="Diogo Rafael Cunha Pereira" userId="41356203-1e84-4d71-862d-57204f6122a5" providerId="ADAL" clId="{C3E920EC-E48C-42B1-8FFC-9F57C5AD93A5}" dt="2020-11-05T00:43:47.892" v="1088" actId="26606"/>
          <ac:spMkLst>
            <pc:docMk/>
            <pc:sldMk cId="90760510" sldId="262"/>
            <ac:spMk id="11" creationId="{49CD2D09-B1BB-4DF5-9E1C-3D21B21EDEFD}"/>
          </ac:spMkLst>
        </pc:spChg>
        <pc:spChg chg="add del">
          <ac:chgData name="Diogo Rafael Cunha Pereira" userId="41356203-1e84-4d71-862d-57204f6122a5" providerId="ADAL" clId="{C3E920EC-E48C-42B1-8FFC-9F57C5AD93A5}" dt="2020-11-05T00:43:47.892" v="1088" actId="26606"/>
          <ac:spMkLst>
            <pc:docMk/>
            <pc:sldMk cId="90760510" sldId="262"/>
            <ac:spMk id="15" creationId="{967C29FE-FD32-4AFB-AD20-DBDF5864B2D8}"/>
          </ac:spMkLst>
        </pc:spChg>
        <pc:spChg chg="add del">
          <ac:chgData name="Diogo Rafael Cunha Pereira" userId="41356203-1e84-4d71-862d-57204f6122a5" providerId="ADAL" clId="{C3E920EC-E48C-42B1-8FFC-9F57C5AD93A5}" dt="2020-11-05T00:43:49.795" v="1090" actId="26606"/>
          <ac:spMkLst>
            <pc:docMk/>
            <pc:sldMk cId="90760510" sldId="262"/>
            <ac:spMk id="17" creationId="{EBF87945-A001-489F-9D9B-7D9435F0B9CA}"/>
          </ac:spMkLst>
        </pc:spChg>
        <pc:spChg chg="add del">
          <ac:chgData name="Diogo Rafael Cunha Pereira" userId="41356203-1e84-4d71-862d-57204f6122a5" providerId="ADAL" clId="{C3E920EC-E48C-42B1-8FFC-9F57C5AD93A5}" dt="2020-11-05T00:43:51.479" v="1092" actId="26606"/>
          <ac:spMkLst>
            <pc:docMk/>
            <pc:sldMk cId="90760510" sldId="262"/>
            <ac:spMk id="19" creationId="{80DF40B2-80F7-4E71-B46C-284163F3654A}"/>
          </ac:spMkLst>
        </pc:spChg>
        <pc:spChg chg="add del">
          <ac:chgData name="Diogo Rafael Cunha Pereira" userId="41356203-1e84-4d71-862d-57204f6122a5" providerId="ADAL" clId="{C3E920EC-E48C-42B1-8FFC-9F57C5AD93A5}" dt="2020-11-05T00:43:57.111" v="1094" actId="26606"/>
          <ac:spMkLst>
            <pc:docMk/>
            <pc:sldMk cId="90760510" sldId="262"/>
            <ac:spMk id="21" creationId="{8FC9BE17-9A7B-462D-AE50-3D8777387304}"/>
          </ac:spMkLst>
        </pc:spChg>
        <pc:spChg chg="add del">
          <ac:chgData name="Diogo Rafael Cunha Pereira" userId="41356203-1e84-4d71-862d-57204f6122a5" providerId="ADAL" clId="{C3E920EC-E48C-42B1-8FFC-9F57C5AD93A5}" dt="2020-11-05T00:43:57.111" v="1094" actId="26606"/>
          <ac:spMkLst>
            <pc:docMk/>
            <pc:sldMk cId="90760510" sldId="262"/>
            <ac:spMk id="22" creationId="{3EBE8569-6AEC-4B8C-8D53-2DE337CDBA65}"/>
          </ac:spMkLst>
        </pc:spChg>
        <pc:spChg chg="add del">
          <ac:chgData name="Diogo Rafael Cunha Pereira" userId="41356203-1e84-4d71-862d-57204f6122a5" providerId="ADAL" clId="{C3E920EC-E48C-42B1-8FFC-9F57C5AD93A5}" dt="2020-11-05T00:43:57.111" v="1094" actId="26606"/>
          <ac:spMkLst>
            <pc:docMk/>
            <pc:sldMk cId="90760510" sldId="262"/>
            <ac:spMk id="23" creationId="{55D4142C-5077-457F-A6AD-3FECFDB39685}"/>
          </ac:spMkLst>
        </pc:spChg>
        <pc:spChg chg="add del">
          <ac:chgData name="Diogo Rafael Cunha Pereira" userId="41356203-1e84-4d71-862d-57204f6122a5" providerId="ADAL" clId="{C3E920EC-E48C-42B1-8FFC-9F57C5AD93A5}" dt="2020-11-05T00:43:57.111" v="1094" actId="26606"/>
          <ac:spMkLst>
            <pc:docMk/>
            <pc:sldMk cId="90760510" sldId="262"/>
            <ac:spMk id="24" creationId="{7A5F0580-5EE9-419F-96EE-B6529EF6E7D0}"/>
          </ac:spMkLst>
        </pc:spChg>
        <pc:picChg chg="add mod ord">
          <ac:chgData name="Diogo Rafael Cunha Pereira" userId="41356203-1e84-4d71-862d-57204f6122a5" providerId="ADAL" clId="{C3E920EC-E48C-42B1-8FFC-9F57C5AD93A5}" dt="2020-11-05T00:43:57.179" v="1095" actId="26606"/>
          <ac:picMkLst>
            <pc:docMk/>
            <pc:sldMk cId="90760510" sldId="262"/>
            <ac:picMk id="5" creationId="{B721DF66-2E71-4B4C-9F44-D12C81645944}"/>
          </ac:picMkLst>
        </pc:picChg>
        <pc:picChg chg="add del">
          <ac:chgData name="Diogo Rafael Cunha Pereira" userId="41356203-1e84-4d71-862d-57204f6122a5" providerId="ADAL" clId="{C3E920EC-E48C-42B1-8FFC-9F57C5AD93A5}" dt="2020-11-05T00:43:47.892" v="1088" actId="26606"/>
          <ac:picMkLst>
            <pc:docMk/>
            <pc:sldMk cId="90760510" sldId="262"/>
            <ac:picMk id="13" creationId="{83355637-BA71-4F63-94C9-E77BF81BDFC0}"/>
          </ac:picMkLst>
        </pc:picChg>
        <pc:picChg chg="add">
          <ac:chgData name="Diogo Rafael Cunha Pereira" userId="41356203-1e84-4d71-862d-57204f6122a5" providerId="ADAL" clId="{C3E920EC-E48C-42B1-8FFC-9F57C5AD93A5}" dt="2020-11-05T00:43:57.179" v="1095" actId="26606"/>
          <ac:picMkLst>
            <pc:docMk/>
            <pc:sldMk cId="90760510" sldId="262"/>
            <ac:picMk id="26" creationId="{54DDEBDD-D8BD-41A6-8A0D-B00E3768B0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2C2A-EB12-424F-899D-F3179C4F21C2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C5834-BC77-4B61-97BF-302EDCC610A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213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As medidas de confinamento na Dinamarca começaram dia 12 de março.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Foram menos 624 casos.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C5834-BC77-4B61-97BF-302EDCC610AA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903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Utilizando o teletrabalho torna-se muito mais difícil sofrer de assédio sexual e mais fácil de comprovar esses crimes.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C5834-BC77-4B61-97BF-302EDCC610AA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7787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7A7B-C173-4BA6-B904-63F9BD996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CD0E98-EE24-4473-B706-690BE7FED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5197B2C-FEA2-4A2C-B0AB-CEE97D91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9C25F17-DB24-47AB-90F6-DA610EEC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86EFF63-AAF0-409A-81DC-964F96A0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395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EDC38-A8CC-4F80-BC1A-7A196034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D79EC9C-92CE-4085-ACCF-E0B49CE7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AEE4FFC-7979-4FB4-9FD9-C6C799AA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9B91C47-A10E-4092-AC0D-115B4938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3C93433-E306-4386-8FF9-63F139ED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07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9FDA0-3F01-4515-9CF3-868D70A4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9ED48BE-583C-4CCF-8741-A384B35C4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C250A7A-6EE3-4A0B-9908-AF2B2F9A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8FBE72F-B8AA-4906-B0D5-404B5B00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207501B-58A0-405D-ACF2-0E62CFC9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2923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90D8F-5F1F-4296-8405-A1641E70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A37434-E4FC-4462-BCF4-C0DE644F1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AECF1C6-D112-4462-9367-95C8A1655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17AEE1A-957C-4D2B-8A99-92619527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177CE4A-1711-4CD3-AA58-08CE0973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E65D452-F540-4E6C-998E-D8121C52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026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AA21F-59B0-4385-AF25-E5A81FAE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FB36E1E-B849-4303-8E44-9C545E6AE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52E804B-6FAD-4603-A461-07CA1F60A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FF8BAF6-D30B-4546-BDB7-016CB9B8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2D51EA2-50C9-4007-B14F-B7B4F525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A0795DE-20FB-458B-AABB-8B9BA17A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5AC560A-F3C9-4421-9DBC-D556EC5E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885A65E-261C-4547-9157-4116D1A57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976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2017C-D409-475A-AAFA-C886B2349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7337739-4329-40B3-A9B8-35FC6968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25CEC21-7874-4116-9E0A-248935C3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276BC5B-4D49-4BF2-BCFB-367344B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172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A94A675-DE56-4520-9508-DEA25297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57FAA8E-FFDA-4A1E-A255-A455B172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3BAF487-2CEB-4F07-8190-6068F08B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525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F9502-4133-4357-94FB-B87A3C15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3980F3-1F4A-4111-B94E-C2D5B61F5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7EA43BA-57BD-4CAA-982B-5B862BBF2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39B2CF3-C4AA-4122-89F0-A9857140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650FEAE-FB4F-4D61-9497-7E85E766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8176961-2B95-4A88-AFE3-BCE49E48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093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EF273-9F03-46D6-BB71-611D21BF4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AFFB0A8-1DB5-4FF8-90C5-8AD3F5D7C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6B9DCBA-DF6D-435E-B0D6-FC0980A8E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A29084C-A4DC-4048-891E-4DCE68DA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FC9F421-B15B-4187-89E5-A7460D4F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8035F3D-8E9C-4891-B8F6-1AA4D556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607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C0E93-2FD7-4F4F-B392-23E75A68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92893DF-C3B2-4322-A384-6274BF524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15015F7-030A-4A99-8468-256D8D8B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7C5BD02-3DF9-49FC-9F56-7EFE5DA4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E4E813F-6D5A-4983-845D-BA27547B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475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82A1B9-B240-4105-BC17-31F06D7CE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71E249D-2DDB-495B-BD19-670ED45CC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6191A5-1620-4C88-8EBF-8762BB9C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4FCF53D-B5E1-452F-848B-4DE4FF6C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5F406F6-4AA5-4278-91BD-0FD683E4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875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26CD04C-4209-46A2-8AE9-B1B90EF9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484B850-79E7-405C-ADA8-823601C2C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28424A3-6311-476B-A4D5-F6862B74C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E4EAE-EE9A-439C-BAE3-96C9A343E195}" type="datetimeFigureOut">
              <a:rPr lang="pt-PT" smtClean="0"/>
              <a:t>04/11/2020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57532C4-0485-4DD8-8A3E-EF41E8910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32FDCD3-7B51-4909-BD74-F2DD66CC7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A80CB-E633-446F-A02B-850EE40858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195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huequitosdesol.blogspot.com/2017/06/dejar-de-lado-los-amigos-puede-ser-tan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medium.com/@annaliszt/the-perception-and-prevalence-of-sexual-harassment-metoo-721e4482920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posatcafe.com/index.php/tag/aac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av.pt/apav_v3/images/folhas_informativas/fi_assedio_sexual.pdf" TargetMode="External"/><Relationship Id="rId2" Type="http://schemas.openxmlformats.org/officeDocument/2006/relationships/hyperlink" Target="https://www.bbc.com/portuguese/internacional-52209638?fbclid=IwAR27sIjKhJrRfok9dxjZADrJRftTF80pqLyJa_YpvXG2SgBJwPWSuGL8XE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co.sapo.pt/opiniao/o-triunfo-do-teletrabalh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Uma imagem com exterior, desporto&#10;&#10;Descrição gerada automaticamente">
            <a:extLst>
              <a:ext uri="{FF2B5EF4-FFF2-40B4-BE49-F238E27FC236}">
                <a16:creationId xmlns:a16="http://schemas.microsoft.com/office/drawing/2014/main" id="{1B5AA10B-FD34-4E28-84B3-D446C4D052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05" t="9091" r="1715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384E43-4340-4DAD-A6F4-1CDE0B2E3F79}"/>
              </a:ext>
            </a:extLst>
          </p:cNvPr>
          <p:cNvSpPr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cap="none" spc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Vantagens na sociedade</a:t>
            </a: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283CD52-7E0A-4BFD-B454-B14B6D8E2301}"/>
              </a:ext>
            </a:extLst>
          </p:cNvPr>
          <p:cNvSpPr txBox="1"/>
          <p:nvPr/>
        </p:nvSpPr>
        <p:spPr>
          <a:xfrm>
            <a:off x="8929568" y="6657945"/>
            <a:ext cx="326243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PT" sz="700">
                <a:solidFill>
                  <a:srgbClr val="FFFFFF"/>
                </a:solidFill>
              </a:rPr>
              <a:t>A imagem </a:t>
            </a:r>
            <a:r>
              <a:rPr lang="pt-PT" sz="700">
                <a:solidFill>
                  <a:srgbClr val="FFFFFF"/>
                </a:solidFill>
                <a:hlinkClick r:id="rId3" tooltip="http://huequitosdesol.blogspot.com/2017/06/dejar-de-lado-los-amigos-puede-ser-tan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Fotografia</a:t>
            </a:r>
            <a:r>
              <a:rPr lang="pt-PT" sz="700">
                <a:solidFill>
                  <a:srgbClr val="FFFFFF"/>
                </a:solidFill>
              </a:rPr>
              <a:t> de Autor Desconhecido está licenciada ao abrigo da </a:t>
            </a:r>
            <a:r>
              <a:rPr lang="pt-PT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pt-PT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8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3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7A4C67-1A4B-4FCF-BFC5-20D694F2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Doenças</a:t>
            </a:r>
            <a:endParaRPr lang="en-US" sz="5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7675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403C1-EA1D-4CE1-9D1F-3ACF49F1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PT" b="0" i="0" dirty="0">
                <a:solidFill>
                  <a:srgbClr val="3F3F42"/>
                </a:solidFill>
                <a:effectLst/>
                <a:latin typeface="ReithSerif"/>
              </a:rPr>
              <a:t>Menos gripe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0CF6C28-3764-4749-8231-6E7CE40BB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i="0" dirty="0">
                <a:solidFill>
                  <a:srgbClr val="3F3F42"/>
                </a:solidFill>
                <a:effectLst/>
                <a:latin typeface="ReithSans"/>
              </a:rPr>
              <a:t>Dados do governo da Dinamarca divulgados recentemente apontam para uma redução acentuada nos casos de gripe devido às medidas de isolamento social.</a:t>
            </a:r>
          </a:p>
          <a:p>
            <a:r>
              <a:rPr lang="pt-PT" b="0" i="0" dirty="0">
                <a:solidFill>
                  <a:srgbClr val="3F3F42"/>
                </a:solidFill>
                <a:effectLst/>
                <a:latin typeface="ReithSans"/>
              </a:rPr>
              <a:t>Um total de 260 pessoas na Dinamarca foram diagnosticadas com gripe de 15 a 21 de março, uma queda de 70% frente à semana anterior, quando 884 casos foram confirmados.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6245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interior, pessoa, mesa, secretária&#10;&#10;Descrição gerada automaticamente">
            <a:extLst>
              <a:ext uri="{FF2B5EF4-FFF2-40B4-BE49-F238E27FC236}">
                <a16:creationId xmlns:a16="http://schemas.microsoft.com/office/drawing/2014/main" id="{FE492F77-EE51-45E4-B229-B3B84DAEAE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37764" b="-1"/>
          <a:stretch/>
        </p:blipFill>
        <p:spPr>
          <a:xfrm>
            <a:off x="5797543" y="10"/>
            <a:ext cx="6394152" cy="6857990"/>
          </a:xfrm>
          <a:prstGeom prst="rect">
            <a:avLst/>
          </a:prstGeom>
        </p:spPr>
      </p:pic>
      <p:pic>
        <p:nvPicPr>
          <p:cNvPr id="29" name="Picture 10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B34F67-F971-4367-9AA7-C2AD2A9E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98" y="798445"/>
            <a:ext cx="4803636" cy="1311664"/>
          </a:xfrm>
        </p:spPr>
        <p:txBody>
          <a:bodyPr>
            <a:normAutofit/>
          </a:bodyPr>
          <a:lstStyle/>
          <a:p>
            <a:r>
              <a:rPr lang="pt-PT" u="sng">
                <a:solidFill>
                  <a:srgbClr val="000000"/>
                </a:solidFill>
              </a:rPr>
              <a:t>Assédio sexual no trabalho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A73EE82-E05D-41D0-99DF-46E922B6D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997" y="2272143"/>
            <a:ext cx="4706803" cy="3788830"/>
          </a:xfrm>
        </p:spPr>
        <p:txBody>
          <a:bodyPr anchor="ctr">
            <a:normAutofit/>
          </a:bodyPr>
          <a:lstStyle/>
          <a:p>
            <a:r>
              <a:rPr lang="pt-PT" sz="2000" b="0" i="0">
                <a:solidFill>
                  <a:srgbClr val="000000"/>
                </a:solidFill>
                <a:effectLst/>
                <a:latin typeface="ReithSans"/>
              </a:rPr>
              <a:t>12,6% da população ativa em Portugal já sofreu pelo menos uma vez durante a sua vida profissional uma forma de assédio sexual no trabalho.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196743F-E2E7-4958-ADC1-FB72D77DAE23}"/>
              </a:ext>
            </a:extLst>
          </p:cNvPr>
          <p:cNvSpPr txBox="1"/>
          <p:nvPr/>
        </p:nvSpPr>
        <p:spPr>
          <a:xfrm>
            <a:off x="8929263" y="6657945"/>
            <a:ext cx="326243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PT" sz="700">
                <a:solidFill>
                  <a:srgbClr val="FFFFFF"/>
                </a:solidFill>
              </a:rPr>
              <a:t>A imagem </a:t>
            </a:r>
            <a:r>
              <a:rPr lang="pt-PT" sz="700">
                <a:solidFill>
                  <a:srgbClr val="FFFFFF"/>
                </a:solidFill>
                <a:hlinkClick r:id="rId4" tooltip="https://medium.com/@annaliszt/the-perception-and-prevalence-of-sexual-harassment-metoo-721e4482920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Fotografia</a:t>
            </a:r>
            <a:r>
              <a:rPr lang="pt-PT" sz="700">
                <a:solidFill>
                  <a:srgbClr val="FFFFFF"/>
                </a:solidFill>
              </a:rPr>
              <a:t> de Autor Desconhecido está licenciada ao abrigo da </a:t>
            </a:r>
            <a:r>
              <a:rPr lang="pt-PT" sz="700">
                <a:solidFill>
                  <a:srgbClr val="FFFFFF"/>
                </a:solidFill>
                <a:hlinkClick r:id="rId6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pt-PT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36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pessoa, homem, interior, fato&#10;&#10;Descrição gerada automaticamente">
            <a:extLst>
              <a:ext uri="{FF2B5EF4-FFF2-40B4-BE49-F238E27FC236}">
                <a16:creationId xmlns:a16="http://schemas.microsoft.com/office/drawing/2014/main" id="{B721DF66-2E71-4B4C-9F44-D12C816459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082" r="29082" b="1"/>
          <a:stretch/>
        </p:blipFill>
        <p:spPr>
          <a:xfrm>
            <a:off x="5797543" y="10"/>
            <a:ext cx="6394152" cy="6857990"/>
          </a:xfrm>
          <a:prstGeom prst="rect">
            <a:avLst/>
          </a:prstGeom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8574980-E96D-4189-9A94-B3E51A0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98" y="798445"/>
            <a:ext cx="4803636" cy="1311664"/>
          </a:xfrm>
        </p:spPr>
        <p:txBody>
          <a:bodyPr>
            <a:normAutofit/>
          </a:bodyPr>
          <a:lstStyle/>
          <a:p>
            <a:r>
              <a:rPr lang="pt-PT" sz="3400">
                <a:solidFill>
                  <a:srgbClr val="000000"/>
                </a:solidFill>
              </a:rPr>
              <a:t>Oportunidade de trabalho para mais pessoas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7E02D63-5024-424B-B8C0-17E6E6C30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997" y="2272143"/>
            <a:ext cx="4706803" cy="3788830"/>
          </a:xfrm>
        </p:spPr>
        <p:txBody>
          <a:bodyPr anchor="ctr">
            <a:normAutofit/>
          </a:bodyPr>
          <a:lstStyle/>
          <a:p>
            <a:r>
              <a:rPr lang="pt-PT" sz="2000">
                <a:solidFill>
                  <a:srgbClr val="000000"/>
                </a:solidFill>
              </a:rPr>
              <a:t>Outra grande vantagem do teletrabalho é poder ser facilmente executada por pessoas portadoras de deficiências físicas.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C77FA3-B951-4986-BA87-AA30F8811D8B}"/>
              </a:ext>
            </a:extLst>
          </p:cNvPr>
          <p:cNvSpPr txBox="1"/>
          <p:nvPr/>
        </p:nvSpPr>
        <p:spPr>
          <a:xfrm>
            <a:off x="8656753" y="6657945"/>
            <a:ext cx="35349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PT" sz="700">
                <a:solidFill>
                  <a:srgbClr val="FFFFFF"/>
                </a:solidFill>
              </a:rPr>
              <a:t>A imagem </a:t>
            </a:r>
            <a:r>
              <a:rPr lang="pt-PT" sz="700">
                <a:solidFill>
                  <a:srgbClr val="FFFFFF"/>
                </a:solidFill>
                <a:hlinkClick r:id="rId3" tooltip="http://posatcafe.com/index.php/tag/aac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Fotografia</a:t>
            </a:r>
            <a:r>
              <a:rPr lang="pt-PT" sz="700">
                <a:solidFill>
                  <a:srgbClr val="FFFFFF"/>
                </a:solidFill>
              </a:rPr>
              <a:t> de Autor Desconhecido está licenciada ao abrigo da </a:t>
            </a:r>
            <a:r>
              <a:rPr lang="pt-PT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PT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0A88C-9ED5-489F-A466-21466898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Webgrafia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44B635-CA86-4B59-9739-F6F340E2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Gripe - </a:t>
            </a:r>
            <a:r>
              <a:rPr lang="pt-PT" dirty="0">
                <a:hlinkClick r:id="rId2"/>
              </a:rPr>
              <a:t>https://www.bbc.com/portuguese/internacional-52209638?fbclid=IwAR27sIjKhJrRfok9dxjZADrJRftTF80pqLyJa_YpvXG2SgBJwPWSuGL8XE8</a:t>
            </a:r>
            <a:endParaRPr lang="pt-PT" dirty="0"/>
          </a:p>
          <a:p>
            <a:r>
              <a:rPr lang="pt-PT" dirty="0"/>
              <a:t>Assédio - </a:t>
            </a:r>
            <a:r>
              <a:rPr lang="pt-PT" dirty="0">
                <a:hlinkClick r:id="rId3"/>
              </a:rPr>
              <a:t>https://apav.pt/apav_v3/images/folhas_informativas/fi_assedio_sexual.pdf</a:t>
            </a:r>
            <a:endParaRPr lang="pt-PT" dirty="0"/>
          </a:p>
          <a:p>
            <a:r>
              <a:rPr lang="pt-PT" dirty="0"/>
              <a:t>Deficiência física - </a:t>
            </a:r>
            <a:r>
              <a:rPr lang="pt-PT" dirty="0">
                <a:hlinkClick r:id="rId4"/>
              </a:rPr>
              <a:t>https://eco.sapo.pt/opiniao/o-triunfo-do-teletrabalho/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15963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256</Words>
  <Application>Microsoft Office PowerPoint</Application>
  <PresentationFormat>Ecrã Panorâmico</PresentationFormat>
  <Paragraphs>21</Paragraphs>
  <Slides>6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ReithSans</vt:lpstr>
      <vt:lpstr>ReithSerif</vt:lpstr>
      <vt:lpstr>Tema do Office</vt:lpstr>
      <vt:lpstr>Apresentação do PowerPoint</vt:lpstr>
      <vt:lpstr>Doenças</vt:lpstr>
      <vt:lpstr>Menos gripe</vt:lpstr>
      <vt:lpstr>Assédio sexual no trabalho</vt:lpstr>
      <vt:lpstr>Oportunidade de trabalho para mais pessoas</vt:lpstr>
      <vt:lpstr>Webgrafia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Diogo Rafael Cunha Pereira</dc:creator>
  <cp:lastModifiedBy>Diogo Rafael Cunha Pereira</cp:lastModifiedBy>
  <cp:revision>1</cp:revision>
  <dcterms:created xsi:type="dcterms:W3CDTF">2020-11-05T00:43:57Z</dcterms:created>
  <dcterms:modified xsi:type="dcterms:W3CDTF">2020-11-05T00:45:00Z</dcterms:modified>
</cp:coreProperties>
</file>