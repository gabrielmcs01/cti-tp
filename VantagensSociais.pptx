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E2C2A-EB12-424F-899D-F3179C4F21C2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1C5834-BC77-4B61-97BF-302EDCC610AA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2136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dirty="0"/>
              <a:t>Até no caso do covid, como vocês sabem, foi a razão do isolamento que passámos e do aumento do teletrabalho, durante esse período de tempo em que tivemos em confinamento conseguimos atrasar a propagação do vírus.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1C5834-BC77-4B61-97BF-302EDCC610AA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59035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E07A7B-C173-4BA6-B904-63F9BD996B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ECD0E98-EE24-4473-B706-690BE7FED1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D5197B2C-FEA2-4A2C-B0AB-CEE97D912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39C25F17-DB24-47AB-90F6-DA610EECB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586EFF63-AAF0-409A-81DC-964F96A0C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93950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EDC38-A8CC-4F80-BC1A-7A1960343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D79EC9C-92CE-4085-ACCF-E0B49CE7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AEE4FFC-7979-4FB4-9FD9-C6C799AA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9B91C47-A10E-4092-AC0D-115B4938D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3C93433-E306-4386-8FF9-63F139ED9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620732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9FDA0-3F01-4515-9CF3-868D70A4F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9ED48BE-583C-4CCF-8741-A384B35C4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C250A7A-6EE3-4A0B-9908-AF2B2F9A0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48FBE72F-B8AA-4906-B0D5-404B5B002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207501B-58A0-405D-ACF2-0E62CFC9C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32923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390D8F-5F1F-4296-8405-A1641E70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2A37434-E4FC-4462-BCF4-C0DE644F13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AECF1C6-D112-4462-9367-95C8A1655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A17AEE1A-957C-4D2B-8A99-926195270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177CE4A-1711-4CD3-AA58-08CE09738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BE65D452-F540-4E6C-998E-D8121C52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90268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AA21F-59B0-4385-AF25-E5A81FAEE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4FB36E1E-B849-4303-8E44-9C545E6AE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452E804B-6FAD-4603-A461-07CA1F60A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8FF8BAF6-D30B-4546-BDB7-016CB9B827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62D51EA2-50C9-4007-B14F-B7B4F5256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9A0795DE-20FB-458B-AABB-8B9BA17A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D5AC560A-F3C9-4421-9DBC-D556EC5E8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F885A65E-261C-4547-9157-4116D1A57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39768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2017C-D409-475A-AAFA-C886B2349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27337739-4329-40B3-A9B8-35FC6968C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A25CEC21-7874-4116-9E0A-248935C36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5276BC5B-4D49-4BF2-BCFB-367344B5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01726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9A94A675-DE56-4520-9508-DEA252978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D57FAA8E-FFDA-4A1E-A255-A455B1729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3BAF487-2CEB-4F07-8190-6068F08B8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4525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BF9502-4133-4357-94FB-B87A3C15D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13980F3-1F4A-4111-B94E-C2D5B61F5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7EA43BA-57BD-4CAA-982B-5B862BBF22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39B2CF3-C4AA-4122-89F0-A9857140D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7650FEAE-FB4F-4D61-9497-7E85E766C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8176961-2B95-4A88-AFE3-BCE49E480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70934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EF273-9F03-46D6-BB71-611D21BF4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CAFFB0A8-1DB5-4FF8-90C5-8AD3F5D7CD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16B9DCBA-DF6D-435E-B0D6-FC0980A8EC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CA29084C-A4DC-4048-891E-4DCE68DAD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8FC9F421-B15B-4187-89E5-A7460D4FF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28035F3D-8E9C-4891-B8F6-1AA4D556E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66077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2C0E93-2FD7-4F4F-B392-23E75A683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092893DF-C3B2-4322-A384-6274BF524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15015F7-030A-4A99-8468-256D8D8BC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97C5BD02-3DF9-49FC-9F56-7EFE5DA4E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E4E813F-6D5A-4983-845D-BA27547BF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47514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A82A1B9-B240-4105-BC17-31F06D7CEB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71E249D-2DDB-495B-BD19-670ED45CCE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26191A5-1620-4C88-8EBF-8762BB9C2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4FCF53D-B5E1-452F-848B-4DE4FF6C0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5F406F6-4AA5-4278-91BD-0FD683E43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98758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026CD04C-4209-46A2-8AE9-B1B90EF9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8484B850-79E7-405C-ADA8-823601C2C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A28424A3-6311-476B-A4D5-F6862B74CB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E4EAE-EE9A-439C-BAE3-96C9A343E195}" type="datetimeFigureOut">
              <a:rPr lang="pt-PT" smtClean="0"/>
              <a:t>29/10/2020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857532C4-0485-4DD8-8A3E-EF41E8910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32FDCD3-7B51-4909-BD74-F2DD66CC75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EA80CB-E633-446F-A02B-850EE408580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91956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huequitosdesol.blogspot.com/2017/06/dejar-de-lado-los-amigos-puede-ser-tan.html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creativecommons.org/licenses/by/3.0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 descr="Uma imagem com exterior, desporto&#10;&#10;Descrição gerada automaticamente">
            <a:extLst>
              <a:ext uri="{FF2B5EF4-FFF2-40B4-BE49-F238E27FC236}">
                <a16:creationId xmlns:a16="http://schemas.microsoft.com/office/drawing/2014/main" id="{1B5AA10B-FD34-4E28-84B3-D446C4D052E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9305" t="9091" r="1715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21" name="Rectangle 14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8384E43-4340-4DAD-A6F4-1CDE0B2E3F79}"/>
              </a:ext>
            </a:extLst>
          </p:cNvPr>
          <p:cNvSpPr/>
          <p:nvPr/>
        </p:nvSpPr>
        <p:spPr>
          <a:xfrm>
            <a:off x="477981" y="1122363"/>
            <a:ext cx="4023360" cy="3204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cap="none" spc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+mj-lt"/>
                <a:ea typeface="+mj-ea"/>
                <a:cs typeface="+mj-cs"/>
              </a:rPr>
              <a:t>Vantagens na sociedade</a:t>
            </a:r>
          </a:p>
        </p:txBody>
      </p:sp>
      <p:sp>
        <p:nvSpPr>
          <p:cNvPr id="22" name="Rectangle 16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283CD52-7E0A-4BFD-B454-B14B6D8E2301}"/>
              </a:ext>
            </a:extLst>
          </p:cNvPr>
          <p:cNvSpPr txBox="1"/>
          <p:nvPr/>
        </p:nvSpPr>
        <p:spPr>
          <a:xfrm>
            <a:off x="8929568" y="6657945"/>
            <a:ext cx="3262432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pt-PT" sz="700">
                <a:solidFill>
                  <a:srgbClr val="FFFFFF"/>
                </a:solidFill>
              </a:rPr>
              <a:t>A imagem </a:t>
            </a:r>
            <a:r>
              <a:rPr lang="pt-PT" sz="700">
                <a:solidFill>
                  <a:srgbClr val="FFFFFF"/>
                </a:solidFill>
                <a:hlinkClick r:id="rId3" tooltip="http://huequitosdesol.blogspot.com/2017/06/dejar-de-lado-los-amigos-puede-ser-tan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Esta Fotografia</a:t>
            </a:r>
            <a:r>
              <a:rPr lang="pt-PT" sz="700">
                <a:solidFill>
                  <a:srgbClr val="FFFFFF"/>
                </a:solidFill>
              </a:rPr>
              <a:t> de Autor Desconhecido está licenciada ao abrigo da </a:t>
            </a:r>
            <a:r>
              <a:rPr lang="pt-PT" sz="700">
                <a:solidFill>
                  <a:srgbClr val="FFFFFF"/>
                </a:solidFill>
                <a:hlinkClick r:id="rId4" tooltip="https://creativecommons.org/licenses/by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</a:t>
            </a:r>
            <a:endParaRPr lang="pt-PT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282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13">
            <a:extLst>
              <a:ext uri="{FF2B5EF4-FFF2-40B4-BE49-F238E27FC236}">
                <a16:creationId xmlns:a16="http://schemas.microsoft.com/office/drawing/2014/main" id="{23962611-DFD5-4092-AAFD-559E3DFCE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5488" y="0"/>
            <a:ext cx="10910292" cy="6858000"/>
          </a:xfrm>
          <a:prstGeom prst="rect">
            <a:avLst/>
          </a:prstGeom>
          <a:gradFill>
            <a:gsLst>
              <a:gs pos="0">
                <a:schemeClr val="accent1">
                  <a:lumMod val="90000"/>
                </a:schemeClr>
              </a:gs>
              <a:gs pos="25000">
                <a:schemeClr val="accent1">
                  <a:lumMod val="90000"/>
                </a:schemeClr>
              </a:gs>
              <a:gs pos="94000">
                <a:schemeClr val="bg2">
                  <a:lumMod val="25000"/>
                </a:schemeClr>
              </a:gs>
              <a:gs pos="100000">
                <a:schemeClr val="bg2">
                  <a:lumMod val="2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270F1FA-0425-408F-9861-80BF5AFB2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07A4C67-1A4B-4FCF-BFC5-20D694F2A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5368" y="2043663"/>
            <a:ext cx="6105194" cy="203105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1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Doenças</a:t>
            </a:r>
            <a:endParaRPr lang="en-US" sz="51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76757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5403C1-EA1D-4CE1-9D1F-3ACF49F11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Gripe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0CF6C28-3764-4749-8231-6E7CE40BB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Alguém com gripe pode espalhar gotículas infetadas a uma distância de até 1,8 metros.</a:t>
            </a:r>
          </a:p>
          <a:p>
            <a:r>
              <a:rPr lang="pt-PT" sz="2800" dirty="0">
                <a:solidFill>
                  <a:srgbClr val="000000"/>
                </a:solidFill>
              </a:rPr>
              <a:t>Devido ao isolamento social que estamos a passar hoje em dia e ao aumento do teletrabalho, é normal que o número de doentes com doenças infeciosas este ano tenha baixado.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7624539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F850C3-13B9-48C8-9564-225F2593A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Gráfico número de doentes com gripe este ano</a:t>
            </a:r>
            <a:r>
              <a:rPr lang="pt-PT"/>
              <a:t>/outros anos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1DFC2F3-527C-4369-BBA8-0D0C86C69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46605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118</Words>
  <Application>Microsoft Office PowerPoint</Application>
  <PresentationFormat>Ecrã Panorâmico</PresentationFormat>
  <Paragraphs>9</Paragraphs>
  <Slides>4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do Office</vt:lpstr>
      <vt:lpstr>Apresentação do PowerPoint</vt:lpstr>
      <vt:lpstr>Doenças</vt:lpstr>
      <vt:lpstr>Gripe</vt:lpstr>
      <vt:lpstr>Gráfico número de doentes com gripe este ano/outros anos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Diogo Pereira</dc:creator>
  <cp:lastModifiedBy>Diogo Pereira</cp:lastModifiedBy>
  <cp:revision>3</cp:revision>
  <dcterms:created xsi:type="dcterms:W3CDTF">2020-10-29T17:46:21Z</dcterms:created>
  <dcterms:modified xsi:type="dcterms:W3CDTF">2020-10-29T18:04:05Z</dcterms:modified>
</cp:coreProperties>
</file>