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0910E8-0166-48ED-9D86-18BD82E0E789}" v="145" dt="2020-10-30T15:44:10.6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ogo Rafael Cunha Pereira" userId="41356203-1e84-4d71-862d-57204f6122a5" providerId="ADAL" clId="{EB0910E8-0166-48ED-9D86-18BD82E0E789}"/>
    <pc:docChg chg="undo redo custSel mod modSld">
      <pc:chgData name="Diogo Rafael Cunha Pereira" userId="41356203-1e84-4d71-862d-57204f6122a5" providerId="ADAL" clId="{EB0910E8-0166-48ED-9D86-18BD82E0E789}" dt="2020-10-30T16:18:18.192" v="810" actId="20577"/>
      <pc:docMkLst>
        <pc:docMk/>
      </pc:docMkLst>
      <pc:sldChg chg="addSp delSp modSp mod setBg setClrOvrMap">
        <pc:chgData name="Diogo Rafael Cunha Pereira" userId="41356203-1e84-4d71-862d-57204f6122a5" providerId="ADAL" clId="{EB0910E8-0166-48ED-9D86-18BD82E0E789}" dt="2020-10-30T15:04:53.118" v="140" actId="26606"/>
        <pc:sldMkLst>
          <pc:docMk/>
          <pc:sldMk cId="2500282129" sldId="256"/>
        </pc:sldMkLst>
        <pc:spChg chg="mod">
          <ac:chgData name="Diogo Rafael Cunha Pereira" userId="41356203-1e84-4d71-862d-57204f6122a5" providerId="ADAL" clId="{EB0910E8-0166-48ED-9D86-18BD82E0E789}" dt="2020-10-30T15:04:53.118" v="140" actId="26606"/>
          <ac:spMkLst>
            <pc:docMk/>
            <pc:sldMk cId="2500282129" sldId="256"/>
            <ac:spMk id="3" creationId="{B8384E43-4340-4DAD-A6F4-1CDE0B2E3F79}"/>
          </ac:spMkLst>
        </pc:spChg>
        <pc:spChg chg="mod">
          <ac:chgData name="Diogo Rafael Cunha Pereira" userId="41356203-1e84-4d71-862d-57204f6122a5" providerId="ADAL" clId="{EB0910E8-0166-48ED-9D86-18BD82E0E789}" dt="2020-10-30T15:04:53.118" v="140" actId="26606"/>
          <ac:spMkLst>
            <pc:docMk/>
            <pc:sldMk cId="2500282129" sldId="256"/>
            <ac:spMk id="8" creationId="{C283CD52-7E0A-4BFD-B454-B14B6D8E2301}"/>
          </ac:spMkLst>
        </pc:spChg>
        <pc:spChg chg="add del">
          <ac:chgData name="Diogo Rafael Cunha Pereira" userId="41356203-1e84-4d71-862d-57204f6122a5" providerId="ADAL" clId="{EB0910E8-0166-48ED-9D86-18BD82E0E789}" dt="2020-10-30T15:04:53.118" v="140" actId="26606"/>
          <ac:spMkLst>
            <pc:docMk/>
            <pc:sldMk cId="2500282129" sldId="256"/>
            <ac:spMk id="19" creationId="{08C9B587-E65E-4B52-B37C-ABEBB6E87928}"/>
          </ac:spMkLst>
        </pc:spChg>
        <pc:spChg chg="add del">
          <ac:chgData name="Diogo Rafael Cunha Pereira" userId="41356203-1e84-4d71-862d-57204f6122a5" providerId="ADAL" clId="{EB0910E8-0166-48ED-9D86-18BD82E0E789}" dt="2020-10-30T15:04:53.118" v="140" actId="26606"/>
          <ac:spMkLst>
            <pc:docMk/>
            <pc:sldMk cId="2500282129" sldId="256"/>
            <ac:spMk id="20" creationId="{E91DC736-0EF8-4F87-9146-EBF1D2EE4D3D}"/>
          </ac:spMkLst>
        </pc:spChg>
        <pc:spChg chg="add del">
          <ac:chgData name="Diogo Rafael Cunha Pereira" userId="41356203-1e84-4d71-862d-57204f6122a5" providerId="ADAL" clId="{EB0910E8-0166-48ED-9D86-18BD82E0E789}" dt="2020-10-30T15:04:53.118" v="140" actId="26606"/>
          <ac:spMkLst>
            <pc:docMk/>
            <pc:sldMk cId="2500282129" sldId="256"/>
            <ac:spMk id="21" creationId="{097CD68E-23E3-4007-8847-CD0944C4F7BE}"/>
          </ac:spMkLst>
        </pc:spChg>
        <pc:spChg chg="add del">
          <ac:chgData name="Diogo Rafael Cunha Pereira" userId="41356203-1e84-4d71-862d-57204f6122a5" providerId="ADAL" clId="{EB0910E8-0166-48ED-9D86-18BD82E0E789}" dt="2020-10-30T15:04:53.118" v="140" actId="26606"/>
          <ac:spMkLst>
            <pc:docMk/>
            <pc:sldMk cId="2500282129" sldId="256"/>
            <ac:spMk id="22" creationId="{AF2F604E-43BE-4DC3-B983-E071523364F8}"/>
          </ac:spMkLst>
        </pc:spChg>
        <pc:spChg chg="add del">
          <ac:chgData name="Diogo Rafael Cunha Pereira" userId="41356203-1e84-4d71-862d-57204f6122a5" providerId="ADAL" clId="{EB0910E8-0166-48ED-9D86-18BD82E0E789}" dt="2020-10-30T15:04:20.718" v="111" actId="26606"/>
          <ac:spMkLst>
            <pc:docMk/>
            <pc:sldMk cId="2500282129" sldId="256"/>
            <ac:spMk id="27" creationId="{87CC2527-562A-4F69-B487-4371E5B243E7}"/>
          </ac:spMkLst>
        </pc:spChg>
        <pc:spChg chg="add del">
          <ac:chgData name="Diogo Rafael Cunha Pereira" userId="41356203-1e84-4d71-862d-57204f6122a5" providerId="ADAL" clId="{EB0910E8-0166-48ED-9D86-18BD82E0E789}" dt="2020-10-30T15:04:22.901" v="113" actId="26606"/>
          <ac:spMkLst>
            <pc:docMk/>
            <pc:sldMk cId="2500282129" sldId="256"/>
            <ac:spMk id="31" creationId="{E49CC64F-7275-4E33-961B-0C5CDC439875}"/>
          </ac:spMkLst>
        </pc:spChg>
        <pc:spChg chg="add del">
          <ac:chgData name="Diogo Rafael Cunha Pereira" userId="41356203-1e84-4d71-862d-57204f6122a5" providerId="ADAL" clId="{EB0910E8-0166-48ED-9D86-18BD82E0E789}" dt="2020-10-30T15:04:23.861" v="115" actId="26606"/>
          <ac:spMkLst>
            <pc:docMk/>
            <pc:sldMk cId="2500282129" sldId="256"/>
            <ac:spMk id="33" creationId="{87CC2527-562A-4F69-B487-4371E5B243E7}"/>
          </ac:spMkLst>
        </pc:spChg>
        <pc:spChg chg="add del">
          <ac:chgData name="Diogo Rafael Cunha Pereira" userId="41356203-1e84-4d71-862d-57204f6122a5" providerId="ADAL" clId="{EB0910E8-0166-48ED-9D86-18BD82E0E789}" dt="2020-10-30T15:04:26.441" v="119" actId="26606"/>
          <ac:spMkLst>
            <pc:docMk/>
            <pc:sldMk cId="2500282129" sldId="256"/>
            <ac:spMk id="35" creationId="{B497CCB5-5FC2-473C-AFCC-2430CEF1DF71}"/>
          </ac:spMkLst>
        </pc:spChg>
        <pc:spChg chg="add del">
          <ac:chgData name="Diogo Rafael Cunha Pereira" userId="41356203-1e84-4d71-862d-57204f6122a5" providerId="ADAL" clId="{EB0910E8-0166-48ED-9D86-18BD82E0E789}" dt="2020-10-30T15:04:24.933" v="117" actId="26606"/>
          <ac:spMkLst>
            <pc:docMk/>
            <pc:sldMk cId="2500282129" sldId="256"/>
            <ac:spMk id="36" creationId="{E49CC64F-7275-4E33-961B-0C5CDC439875}"/>
          </ac:spMkLst>
        </pc:spChg>
        <pc:spChg chg="add del">
          <ac:chgData name="Diogo Rafael Cunha Pereira" userId="41356203-1e84-4d71-862d-57204f6122a5" providerId="ADAL" clId="{EB0910E8-0166-48ED-9D86-18BD82E0E789}" dt="2020-10-30T15:04:26.441" v="119" actId="26606"/>
          <ac:spMkLst>
            <pc:docMk/>
            <pc:sldMk cId="2500282129" sldId="256"/>
            <ac:spMk id="37" creationId="{599C8C75-BFDF-44E7-A028-EEB5EDD58817}"/>
          </ac:spMkLst>
        </pc:spChg>
        <pc:spChg chg="add del">
          <ac:chgData name="Diogo Rafael Cunha Pereira" userId="41356203-1e84-4d71-862d-57204f6122a5" providerId="ADAL" clId="{EB0910E8-0166-48ED-9D86-18BD82E0E789}" dt="2020-10-30T15:04:26.441" v="119" actId="26606"/>
          <ac:spMkLst>
            <pc:docMk/>
            <pc:sldMk cId="2500282129" sldId="256"/>
            <ac:spMk id="38" creationId="{04A130CA-991E-4C92-A494-EB7D8666EFED}"/>
          </ac:spMkLst>
        </pc:spChg>
        <pc:spChg chg="add del">
          <ac:chgData name="Diogo Rafael Cunha Pereira" userId="41356203-1e84-4d71-862d-57204f6122a5" providerId="ADAL" clId="{EB0910E8-0166-48ED-9D86-18BD82E0E789}" dt="2020-10-30T15:04:26.441" v="119" actId="26606"/>
          <ac:spMkLst>
            <pc:docMk/>
            <pc:sldMk cId="2500282129" sldId="256"/>
            <ac:spMk id="39" creationId="{FC3C749F-9A26-4B1E-BC2E-572D03DF9593}"/>
          </ac:spMkLst>
        </pc:spChg>
        <pc:spChg chg="add del">
          <ac:chgData name="Diogo Rafael Cunha Pereira" userId="41356203-1e84-4d71-862d-57204f6122a5" providerId="ADAL" clId="{EB0910E8-0166-48ED-9D86-18BD82E0E789}" dt="2020-10-30T15:04:26.441" v="119" actId="26606"/>
          <ac:spMkLst>
            <pc:docMk/>
            <pc:sldMk cId="2500282129" sldId="256"/>
            <ac:spMk id="40" creationId="{F98D51C6-1188-49B8-B829-31D2C2813F10}"/>
          </ac:spMkLst>
        </pc:spChg>
        <pc:spChg chg="add del">
          <ac:chgData name="Diogo Rafael Cunha Pereira" userId="41356203-1e84-4d71-862d-57204f6122a5" providerId="ADAL" clId="{EB0910E8-0166-48ED-9D86-18BD82E0E789}" dt="2020-10-30T15:04:26.441" v="119" actId="26606"/>
          <ac:spMkLst>
            <pc:docMk/>
            <pc:sldMk cId="2500282129" sldId="256"/>
            <ac:spMk id="41" creationId="{456BA586-8922-4113-BD35-BBF1EB1A1F42}"/>
          </ac:spMkLst>
        </pc:spChg>
        <pc:spChg chg="add del">
          <ac:chgData name="Diogo Rafael Cunha Pereira" userId="41356203-1e84-4d71-862d-57204f6122a5" providerId="ADAL" clId="{EB0910E8-0166-48ED-9D86-18BD82E0E789}" dt="2020-10-30T15:04:30.705" v="121" actId="26606"/>
          <ac:spMkLst>
            <pc:docMk/>
            <pc:sldMk cId="2500282129" sldId="256"/>
            <ac:spMk id="43" creationId="{75F4D120-3921-42A8-A063-46B023CB0CDA}"/>
          </ac:spMkLst>
        </pc:spChg>
        <pc:spChg chg="add del">
          <ac:chgData name="Diogo Rafael Cunha Pereira" userId="41356203-1e84-4d71-862d-57204f6122a5" providerId="ADAL" clId="{EB0910E8-0166-48ED-9D86-18BD82E0E789}" dt="2020-10-30T15:04:31.521" v="123" actId="26606"/>
          <ac:spMkLst>
            <pc:docMk/>
            <pc:sldMk cId="2500282129" sldId="256"/>
            <ac:spMk id="46" creationId="{6CCA5F87-1D1E-45CB-8D83-FC7EEFAD9935}"/>
          </ac:spMkLst>
        </pc:spChg>
        <pc:spChg chg="add del">
          <ac:chgData name="Diogo Rafael Cunha Pereira" userId="41356203-1e84-4d71-862d-57204f6122a5" providerId="ADAL" clId="{EB0910E8-0166-48ED-9D86-18BD82E0E789}" dt="2020-10-30T15:04:31.521" v="123" actId="26606"/>
          <ac:spMkLst>
            <pc:docMk/>
            <pc:sldMk cId="2500282129" sldId="256"/>
            <ac:spMk id="47" creationId="{7CCFC2C6-6238-4A2F-93DE-2ADF74AF635E}"/>
          </ac:spMkLst>
        </pc:spChg>
        <pc:spChg chg="add del">
          <ac:chgData name="Diogo Rafael Cunha Pereira" userId="41356203-1e84-4d71-862d-57204f6122a5" providerId="ADAL" clId="{EB0910E8-0166-48ED-9D86-18BD82E0E789}" dt="2020-10-30T15:04:31.521" v="123" actId="26606"/>
          <ac:spMkLst>
            <pc:docMk/>
            <pc:sldMk cId="2500282129" sldId="256"/>
            <ac:spMk id="48" creationId="{AF2F604E-43BE-4DC3-B983-E071523364F8}"/>
          </ac:spMkLst>
        </pc:spChg>
        <pc:spChg chg="add del">
          <ac:chgData name="Diogo Rafael Cunha Pereira" userId="41356203-1e84-4d71-862d-57204f6122a5" providerId="ADAL" clId="{EB0910E8-0166-48ED-9D86-18BD82E0E789}" dt="2020-10-30T15:04:31.521" v="123" actId="26606"/>
          <ac:spMkLst>
            <pc:docMk/>
            <pc:sldMk cId="2500282129" sldId="256"/>
            <ac:spMk id="49" creationId="{08C9B587-E65E-4B52-B37C-ABEBB6E87928}"/>
          </ac:spMkLst>
        </pc:spChg>
        <pc:spChg chg="add del">
          <ac:chgData name="Diogo Rafael Cunha Pereira" userId="41356203-1e84-4d71-862d-57204f6122a5" providerId="ADAL" clId="{EB0910E8-0166-48ED-9D86-18BD82E0E789}" dt="2020-10-30T15:04:36.603" v="125" actId="26606"/>
          <ac:spMkLst>
            <pc:docMk/>
            <pc:sldMk cId="2500282129" sldId="256"/>
            <ac:spMk id="51" creationId="{75F4D120-3921-42A8-A063-46B023CB0CDA}"/>
          </ac:spMkLst>
        </pc:spChg>
        <pc:spChg chg="add del">
          <ac:chgData name="Diogo Rafael Cunha Pereira" userId="41356203-1e84-4d71-862d-57204f6122a5" providerId="ADAL" clId="{EB0910E8-0166-48ED-9D86-18BD82E0E789}" dt="2020-10-30T15:04:38.227" v="127" actId="26606"/>
          <ac:spMkLst>
            <pc:docMk/>
            <pc:sldMk cId="2500282129" sldId="256"/>
            <ac:spMk id="54" creationId="{04A130CA-991E-4C92-A494-EB7D8666EFED}"/>
          </ac:spMkLst>
        </pc:spChg>
        <pc:spChg chg="add del">
          <ac:chgData name="Diogo Rafael Cunha Pereira" userId="41356203-1e84-4d71-862d-57204f6122a5" providerId="ADAL" clId="{EB0910E8-0166-48ED-9D86-18BD82E0E789}" dt="2020-10-30T15:04:38.227" v="127" actId="26606"/>
          <ac:spMkLst>
            <pc:docMk/>
            <pc:sldMk cId="2500282129" sldId="256"/>
            <ac:spMk id="55" creationId="{FC3C749F-9A26-4B1E-BC2E-572D03DF9593}"/>
          </ac:spMkLst>
        </pc:spChg>
        <pc:spChg chg="add del">
          <ac:chgData name="Diogo Rafael Cunha Pereira" userId="41356203-1e84-4d71-862d-57204f6122a5" providerId="ADAL" clId="{EB0910E8-0166-48ED-9D86-18BD82E0E789}" dt="2020-10-30T15:04:38.227" v="127" actId="26606"/>
          <ac:spMkLst>
            <pc:docMk/>
            <pc:sldMk cId="2500282129" sldId="256"/>
            <ac:spMk id="56" creationId="{F98D51C6-1188-49B8-B829-31D2C2813F10}"/>
          </ac:spMkLst>
        </pc:spChg>
        <pc:spChg chg="add del">
          <ac:chgData name="Diogo Rafael Cunha Pereira" userId="41356203-1e84-4d71-862d-57204f6122a5" providerId="ADAL" clId="{EB0910E8-0166-48ED-9D86-18BD82E0E789}" dt="2020-10-30T15:04:38.227" v="127" actId="26606"/>
          <ac:spMkLst>
            <pc:docMk/>
            <pc:sldMk cId="2500282129" sldId="256"/>
            <ac:spMk id="57" creationId="{456BA586-8922-4113-BD35-BBF1EB1A1F42}"/>
          </ac:spMkLst>
        </pc:spChg>
        <pc:spChg chg="add del">
          <ac:chgData name="Diogo Rafael Cunha Pereira" userId="41356203-1e84-4d71-862d-57204f6122a5" providerId="ADAL" clId="{EB0910E8-0166-48ED-9D86-18BD82E0E789}" dt="2020-10-30T15:04:38.227" v="127" actId="26606"/>
          <ac:spMkLst>
            <pc:docMk/>
            <pc:sldMk cId="2500282129" sldId="256"/>
            <ac:spMk id="58" creationId="{B497CCB5-5FC2-473C-AFCC-2430CEF1DF71}"/>
          </ac:spMkLst>
        </pc:spChg>
        <pc:spChg chg="add del">
          <ac:chgData name="Diogo Rafael Cunha Pereira" userId="41356203-1e84-4d71-862d-57204f6122a5" providerId="ADAL" clId="{EB0910E8-0166-48ED-9D86-18BD82E0E789}" dt="2020-10-30T15:04:38.227" v="127" actId="26606"/>
          <ac:spMkLst>
            <pc:docMk/>
            <pc:sldMk cId="2500282129" sldId="256"/>
            <ac:spMk id="59" creationId="{599C8C75-BFDF-44E7-A028-EEB5EDD58817}"/>
          </ac:spMkLst>
        </pc:spChg>
        <pc:spChg chg="add del">
          <ac:chgData name="Diogo Rafael Cunha Pereira" userId="41356203-1e84-4d71-862d-57204f6122a5" providerId="ADAL" clId="{EB0910E8-0166-48ED-9D86-18BD82E0E789}" dt="2020-10-30T15:04:39.903" v="129" actId="26606"/>
          <ac:spMkLst>
            <pc:docMk/>
            <pc:sldMk cId="2500282129" sldId="256"/>
            <ac:spMk id="61" creationId="{75F4D120-3921-42A8-A063-46B023CB0CDA}"/>
          </ac:spMkLst>
        </pc:spChg>
        <pc:spChg chg="add del">
          <ac:chgData name="Diogo Rafael Cunha Pereira" userId="41356203-1e84-4d71-862d-57204f6122a5" providerId="ADAL" clId="{EB0910E8-0166-48ED-9D86-18BD82E0E789}" dt="2020-10-30T15:04:41.250" v="131" actId="26606"/>
          <ac:spMkLst>
            <pc:docMk/>
            <pc:sldMk cId="2500282129" sldId="256"/>
            <ac:spMk id="64" creationId="{87CC2527-562A-4F69-B487-4371E5B243E7}"/>
          </ac:spMkLst>
        </pc:spChg>
        <pc:spChg chg="add del">
          <ac:chgData name="Diogo Rafael Cunha Pereira" userId="41356203-1e84-4d71-862d-57204f6122a5" providerId="ADAL" clId="{EB0910E8-0166-48ED-9D86-18BD82E0E789}" dt="2020-10-30T15:04:43.157" v="133" actId="26606"/>
          <ac:spMkLst>
            <pc:docMk/>
            <pc:sldMk cId="2500282129" sldId="256"/>
            <ac:spMk id="67" creationId="{E49CC64F-7275-4E33-961B-0C5CDC439875}"/>
          </ac:spMkLst>
        </pc:spChg>
        <pc:spChg chg="add del">
          <ac:chgData name="Diogo Rafael Cunha Pereira" userId="41356203-1e84-4d71-862d-57204f6122a5" providerId="ADAL" clId="{EB0910E8-0166-48ED-9D86-18BD82E0E789}" dt="2020-10-30T15:04:44.730" v="135" actId="26606"/>
          <ac:spMkLst>
            <pc:docMk/>
            <pc:sldMk cId="2500282129" sldId="256"/>
            <ac:spMk id="69" creationId="{04A130CA-991E-4C92-A494-EB7D8666EFED}"/>
          </ac:spMkLst>
        </pc:spChg>
        <pc:spChg chg="add del">
          <ac:chgData name="Diogo Rafael Cunha Pereira" userId="41356203-1e84-4d71-862d-57204f6122a5" providerId="ADAL" clId="{EB0910E8-0166-48ED-9D86-18BD82E0E789}" dt="2020-10-30T15:04:44.730" v="135" actId="26606"/>
          <ac:spMkLst>
            <pc:docMk/>
            <pc:sldMk cId="2500282129" sldId="256"/>
            <ac:spMk id="70" creationId="{FC3C749F-9A26-4B1E-BC2E-572D03DF9593}"/>
          </ac:spMkLst>
        </pc:spChg>
        <pc:spChg chg="add del">
          <ac:chgData name="Diogo Rafael Cunha Pereira" userId="41356203-1e84-4d71-862d-57204f6122a5" providerId="ADAL" clId="{EB0910E8-0166-48ED-9D86-18BD82E0E789}" dt="2020-10-30T15:04:44.730" v="135" actId="26606"/>
          <ac:spMkLst>
            <pc:docMk/>
            <pc:sldMk cId="2500282129" sldId="256"/>
            <ac:spMk id="71" creationId="{F98D51C6-1188-49B8-B829-31D2C2813F10}"/>
          </ac:spMkLst>
        </pc:spChg>
        <pc:spChg chg="add del">
          <ac:chgData name="Diogo Rafael Cunha Pereira" userId="41356203-1e84-4d71-862d-57204f6122a5" providerId="ADAL" clId="{EB0910E8-0166-48ED-9D86-18BD82E0E789}" dt="2020-10-30T15:04:44.730" v="135" actId="26606"/>
          <ac:spMkLst>
            <pc:docMk/>
            <pc:sldMk cId="2500282129" sldId="256"/>
            <ac:spMk id="72" creationId="{456BA586-8922-4113-BD35-BBF1EB1A1F42}"/>
          </ac:spMkLst>
        </pc:spChg>
        <pc:spChg chg="add del">
          <ac:chgData name="Diogo Rafael Cunha Pereira" userId="41356203-1e84-4d71-862d-57204f6122a5" providerId="ADAL" clId="{EB0910E8-0166-48ED-9D86-18BD82E0E789}" dt="2020-10-30T15:04:44.730" v="135" actId="26606"/>
          <ac:spMkLst>
            <pc:docMk/>
            <pc:sldMk cId="2500282129" sldId="256"/>
            <ac:spMk id="73" creationId="{B497CCB5-5FC2-473C-AFCC-2430CEF1DF71}"/>
          </ac:spMkLst>
        </pc:spChg>
        <pc:spChg chg="add del">
          <ac:chgData name="Diogo Rafael Cunha Pereira" userId="41356203-1e84-4d71-862d-57204f6122a5" providerId="ADAL" clId="{EB0910E8-0166-48ED-9D86-18BD82E0E789}" dt="2020-10-30T15:04:44.730" v="135" actId="26606"/>
          <ac:spMkLst>
            <pc:docMk/>
            <pc:sldMk cId="2500282129" sldId="256"/>
            <ac:spMk id="74" creationId="{599C8C75-BFDF-44E7-A028-EEB5EDD58817}"/>
          </ac:spMkLst>
        </pc:spChg>
        <pc:spChg chg="add del">
          <ac:chgData name="Diogo Rafael Cunha Pereira" userId="41356203-1e84-4d71-862d-57204f6122a5" providerId="ADAL" clId="{EB0910E8-0166-48ED-9D86-18BD82E0E789}" dt="2020-10-30T15:04:49.995" v="137" actId="26606"/>
          <ac:spMkLst>
            <pc:docMk/>
            <pc:sldMk cId="2500282129" sldId="256"/>
            <ac:spMk id="76" creationId="{75F4D120-3921-42A8-A063-46B023CB0CDA}"/>
          </ac:spMkLst>
        </pc:spChg>
        <pc:spChg chg="add del">
          <ac:chgData name="Diogo Rafael Cunha Pereira" userId="41356203-1e84-4d71-862d-57204f6122a5" providerId="ADAL" clId="{EB0910E8-0166-48ED-9D86-18BD82E0E789}" dt="2020-10-30T15:04:53.100" v="139" actId="26606"/>
          <ac:spMkLst>
            <pc:docMk/>
            <pc:sldMk cId="2500282129" sldId="256"/>
            <ac:spMk id="79" creationId="{0671A8AE-40A1-4631-A6B8-581AFF065482}"/>
          </ac:spMkLst>
        </pc:spChg>
        <pc:spChg chg="add del">
          <ac:chgData name="Diogo Rafael Cunha Pereira" userId="41356203-1e84-4d71-862d-57204f6122a5" providerId="ADAL" clId="{EB0910E8-0166-48ED-9D86-18BD82E0E789}" dt="2020-10-30T15:04:53.100" v="139" actId="26606"/>
          <ac:spMkLst>
            <pc:docMk/>
            <pc:sldMk cId="2500282129" sldId="256"/>
            <ac:spMk id="80" creationId="{AB58EF07-17C2-48CF-ABB0-EEF1F17CB8F0}"/>
          </ac:spMkLst>
        </pc:spChg>
        <pc:spChg chg="add del">
          <ac:chgData name="Diogo Rafael Cunha Pereira" userId="41356203-1e84-4d71-862d-57204f6122a5" providerId="ADAL" clId="{EB0910E8-0166-48ED-9D86-18BD82E0E789}" dt="2020-10-30T15:04:53.100" v="139" actId="26606"/>
          <ac:spMkLst>
            <pc:docMk/>
            <pc:sldMk cId="2500282129" sldId="256"/>
            <ac:spMk id="81" creationId="{AF2F604E-43BE-4DC3-B983-E071523364F8}"/>
          </ac:spMkLst>
        </pc:spChg>
        <pc:spChg chg="add del">
          <ac:chgData name="Diogo Rafael Cunha Pereira" userId="41356203-1e84-4d71-862d-57204f6122a5" providerId="ADAL" clId="{EB0910E8-0166-48ED-9D86-18BD82E0E789}" dt="2020-10-30T15:04:53.100" v="139" actId="26606"/>
          <ac:spMkLst>
            <pc:docMk/>
            <pc:sldMk cId="2500282129" sldId="256"/>
            <ac:spMk id="82" creationId="{08C9B587-E65E-4B52-B37C-ABEBB6E87928}"/>
          </ac:spMkLst>
        </pc:spChg>
        <pc:spChg chg="add">
          <ac:chgData name="Diogo Rafael Cunha Pereira" userId="41356203-1e84-4d71-862d-57204f6122a5" providerId="ADAL" clId="{EB0910E8-0166-48ED-9D86-18BD82E0E789}" dt="2020-10-30T15:04:53.118" v="140" actId="26606"/>
          <ac:spMkLst>
            <pc:docMk/>
            <pc:sldMk cId="2500282129" sldId="256"/>
            <ac:spMk id="84" creationId="{75F4D120-3921-42A8-A063-46B023CB0CDA}"/>
          </ac:spMkLst>
        </pc:spChg>
        <pc:picChg chg="mod ord">
          <ac:chgData name="Diogo Rafael Cunha Pereira" userId="41356203-1e84-4d71-862d-57204f6122a5" providerId="ADAL" clId="{EB0910E8-0166-48ED-9D86-18BD82E0E789}" dt="2020-10-30T15:04:53.118" v="140" actId="26606"/>
          <ac:picMkLst>
            <pc:docMk/>
            <pc:sldMk cId="2500282129" sldId="256"/>
            <ac:picMk id="7" creationId="{1B5AA10B-FD34-4E28-84B3-D446C4D052E7}"/>
          </ac:picMkLst>
        </pc:picChg>
        <pc:picChg chg="add del">
          <ac:chgData name="Diogo Rafael Cunha Pereira" userId="41356203-1e84-4d71-862d-57204f6122a5" providerId="ADAL" clId="{EB0910E8-0166-48ED-9D86-18BD82E0E789}" dt="2020-10-30T15:04:30.705" v="121" actId="26606"/>
          <ac:picMkLst>
            <pc:docMk/>
            <pc:sldMk cId="2500282129" sldId="256"/>
            <ac:picMk id="44" creationId="{9D01B3E5-85F4-41A9-A504-D5E6268DEC1D}"/>
          </ac:picMkLst>
        </pc:picChg>
        <pc:picChg chg="add del">
          <ac:chgData name="Diogo Rafael Cunha Pereira" userId="41356203-1e84-4d71-862d-57204f6122a5" providerId="ADAL" clId="{EB0910E8-0166-48ED-9D86-18BD82E0E789}" dt="2020-10-30T15:04:36.603" v="125" actId="26606"/>
          <ac:picMkLst>
            <pc:docMk/>
            <pc:sldMk cId="2500282129" sldId="256"/>
            <ac:picMk id="52" creationId="{9D01B3E5-85F4-41A9-A504-D5E6268DEC1D}"/>
          </ac:picMkLst>
        </pc:picChg>
        <pc:picChg chg="add del">
          <ac:chgData name="Diogo Rafael Cunha Pereira" userId="41356203-1e84-4d71-862d-57204f6122a5" providerId="ADAL" clId="{EB0910E8-0166-48ED-9D86-18BD82E0E789}" dt="2020-10-30T15:04:39.903" v="129" actId="26606"/>
          <ac:picMkLst>
            <pc:docMk/>
            <pc:sldMk cId="2500282129" sldId="256"/>
            <ac:picMk id="62" creationId="{9D01B3E5-85F4-41A9-A504-D5E6268DEC1D}"/>
          </ac:picMkLst>
        </pc:picChg>
        <pc:picChg chg="add del">
          <ac:chgData name="Diogo Rafael Cunha Pereira" userId="41356203-1e84-4d71-862d-57204f6122a5" providerId="ADAL" clId="{EB0910E8-0166-48ED-9D86-18BD82E0E789}" dt="2020-10-30T15:04:49.995" v="137" actId="26606"/>
          <ac:picMkLst>
            <pc:docMk/>
            <pc:sldMk cId="2500282129" sldId="256"/>
            <ac:picMk id="77" creationId="{9D01B3E5-85F4-41A9-A504-D5E6268DEC1D}"/>
          </ac:picMkLst>
        </pc:picChg>
        <pc:picChg chg="add">
          <ac:chgData name="Diogo Rafael Cunha Pereira" userId="41356203-1e84-4d71-862d-57204f6122a5" providerId="ADAL" clId="{EB0910E8-0166-48ED-9D86-18BD82E0E789}" dt="2020-10-30T15:04:53.118" v="140" actId="26606"/>
          <ac:picMkLst>
            <pc:docMk/>
            <pc:sldMk cId="2500282129" sldId="256"/>
            <ac:picMk id="85" creationId="{9D01B3E5-85F4-41A9-A504-D5E6268DEC1D}"/>
          </ac:picMkLst>
        </pc:picChg>
        <pc:cxnChg chg="add del">
          <ac:chgData name="Diogo Rafael Cunha Pereira" userId="41356203-1e84-4d71-862d-57204f6122a5" providerId="ADAL" clId="{EB0910E8-0166-48ED-9D86-18BD82E0E789}" dt="2020-10-30T15:04:20.718" v="111" actId="26606"/>
          <ac:cxnSpMkLst>
            <pc:docMk/>
            <pc:sldMk cId="2500282129" sldId="256"/>
            <ac:cxnSpMk id="29" creationId="{BCDAEC91-5BCE-4B55-9CC0-43EF94CB734B}"/>
          </ac:cxnSpMkLst>
        </pc:cxnChg>
        <pc:cxnChg chg="add del">
          <ac:chgData name="Diogo Rafael Cunha Pereira" userId="41356203-1e84-4d71-862d-57204f6122a5" providerId="ADAL" clId="{EB0910E8-0166-48ED-9D86-18BD82E0E789}" dt="2020-10-30T15:04:23.861" v="115" actId="26606"/>
          <ac:cxnSpMkLst>
            <pc:docMk/>
            <pc:sldMk cId="2500282129" sldId="256"/>
            <ac:cxnSpMk id="34" creationId="{BCDAEC91-5BCE-4B55-9CC0-43EF94CB734B}"/>
          </ac:cxnSpMkLst>
        </pc:cxnChg>
        <pc:cxnChg chg="add del">
          <ac:chgData name="Diogo Rafael Cunha Pereira" userId="41356203-1e84-4d71-862d-57204f6122a5" providerId="ADAL" clId="{EB0910E8-0166-48ED-9D86-18BD82E0E789}" dt="2020-10-30T15:04:41.250" v="131" actId="26606"/>
          <ac:cxnSpMkLst>
            <pc:docMk/>
            <pc:sldMk cId="2500282129" sldId="256"/>
            <ac:cxnSpMk id="65" creationId="{BCDAEC91-5BCE-4B55-9CC0-43EF94CB734B}"/>
          </ac:cxnSpMkLst>
        </pc:cxnChg>
      </pc:sldChg>
      <pc:sldChg chg="addSp delSp modSp mod setBg modNotesTx">
        <pc:chgData name="Diogo Rafael Cunha Pereira" userId="41356203-1e84-4d71-862d-57204f6122a5" providerId="ADAL" clId="{EB0910E8-0166-48ED-9D86-18BD82E0E789}" dt="2020-10-30T15:12:47.138" v="306" actId="26606"/>
        <pc:sldMkLst>
          <pc:docMk/>
          <pc:sldMk cId="3762453940" sldId="259"/>
        </pc:sldMkLst>
        <pc:spChg chg="mod">
          <ac:chgData name="Diogo Rafael Cunha Pereira" userId="41356203-1e84-4d71-862d-57204f6122a5" providerId="ADAL" clId="{EB0910E8-0166-48ED-9D86-18BD82E0E789}" dt="2020-10-30T15:12:47.138" v="306" actId="26606"/>
          <ac:spMkLst>
            <pc:docMk/>
            <pc:sldMk cId="3762453940" sldId="259"/>
            <ac:spMk id="2" creationId="{175403C1-EA1D-4CE1-9D1F-3ACF49F11E67}"/>
          </ac:spMkLst>
        </pc:spChg>
        <pc:spChg chg="mod">
          <ac:chgData name="Diogo Rafael Cunha Pereira" userId="41356203-1e84-4d71-862d-57204f6122a5" providerId="ADAL" clId="{EB0910E8-0166-48ED-9D86-18BD82E0E789}" dt="2020-10-30T15:12:47.138" v="306" actId="26606"/>
          <ac:spMkLst>
            <pc:docMk/>
            <pc:sldMk cId="3762453940" sldId="259"/>
            <ac:spMk id="3" creationId="{C0CF6C28-3764-4749-8231-6E7CE40BB8DA}"/>
          </ac:spMkLst>
        </pc:spChg>
        <pc:spChg chg="add del">
          <ac:chgData name="Diogo Rafael Cunha Pereira" userId="41356203-1e84-4d71-862d-57204f6122a5" providerId="ADAL" clId="{EB0910E8-0166-48ED-9D86-18BD82E0E789}" dt="2020-10-30T15:12:42.620" v="299" actId="26606"/>
          <ac:spMkLst>
            <pc:docMk/>
            <pc:sldMk cId="3762453940" sldId="259"/>
            <ac:spMk id="8" creationId="{3B854194-185D-494D-905C-7C7CB2E30F6E}"/>
          </ac:spMkLst>
        </pc:spChg>
        <pc:spChg chg="add del">
          <ac:chgData name="Diogo Rafael Cunha Pereira" userId="41356203-1e84-4d71-862d-57204f6122a5" providerId="ADAL" clId="{EB0910E8-0166-48ED-9D86-18BD82E0E789}" dt="2020-10-30T15:12:42.620" v="299" actId="26606"/>
          <ac:spMkLst>
            <pc:docMk/>
            <pc:sldMk cId="3762453940" sldId="259"/>
            <ac:spMk id="10" creationId="{B4F5FA0D-0104-4987-8241-EFF7C85B88DE}"/>
          </ac:spMkLst>
        </pc:spChg>
        <pc:spChg chg="add del">
          <ac:chgData name="Diogo Rafael Cunha Pereira" userId="41356203-1e84-4d71-862d-57204f6122a5" providerId="ADAL" clId="{EB0910E8-0166-48ED-9D86-18BD82E0E789}" dt="2020-10-30T15:12:45.838" v="301" actId="26606"/>
          <ac:spMkLst>
            <pc:docMk/>
            <pc:sldMk cId="3762453940" sldId="259"/>
            <ac:spMk id="14" creationId="{4351DFE5-F63D-4BE0-BDA9-E3EB88F01AA5}"/>
          </ac:spMkLst>
        </pc:spChg>
        <pc:spChg chg="add del">
          <ac:chgData name="Diogo Rafael Cunha Pereira" userId="41356203-1e84-4d71-862d-57204f6122a5" providerId="ADAL" clId="{EB0910E8-0166-48ED-9D86-18BD82E0E789}" dt="2020-10-30T15:12:46.236" v="303" actId="26606"/>
          <ac:spMkLst>
            <pc:docMk/>
            <pc:sldMk cId="3762453940" sldId="259"/>
            <ac:spMk id="17" creationId="{3B854194-185D-494D-905C-7C7CB2E30F6E}"/>
          </ac:spMkLst>
        </pc:spChg>
        <pc:spChg chg="add del">
          <ac:chgData name="Diogo Rafael Cunha Pereira" userId="41356203-1e84-4d71-862d-57204f6122a5" providerId="ADAL" clId="{EB0910E8-0166-48ED-9D86-18BD82E0E789}" dt="2020-10-30T15:12:46.236" v="303" actId="26606"/>
          <ac:spMkLst>
            <pc:docMk/>
            <pc:sldMk cId="3762453940" sldId="259"/>
            <ac:spMk id="18" creationId="{B4F5FA0D-0104-4987-8241-EFF7C85B88DE}"/>
          </ac:spMkLst>
        </pc:spChg>
        <pc:spChg chg="add del">
          <ac:chgData name="Diogo Rafael Cunha Pereira" userId="41356203-1e84-4d71-862d-57204f6122a5" providerId="ADAL" clId="{EB0910E8-0166-48ED-9D86-18BD82E0E789}" dt="2020-10-30T15:12:47.127" v="305" actId="26606"/>
          <ac:spMkLst>
            <pc:docMk/>
            <pc:sldMk cId="3762453940" sldId="259"/>
            <ac:spMk id="21" creationId="{081EA652-8C6A-4E69-BEB9-170809474553}"/>
          </ac:spMkLst>
        </pc:spChg>
        <pc:spChg chg="add del">
          <ac:chgData name="Diogo Rafael Cunha Pereira" userId="41356203-1e84-4d71-862d-57204f6122a5" providerId="ADAL" clId="{EB0910E8-0166-48ED-9D86-18BD82E0E789}" dt="2020-10-30T15:12:47.127" v="305" actId="26606"/>
          <ac:spMkLst>
            <pc:docMk/>
            <pc:sldMk cId="3762453940" sldId="259"/>
            <ac:spMk id="22" creationId="{5298780A-33B9-4EA2-8F67-DE68AD62841B}"/>
          </ac:spMkLst>
        </pc:spChg>
        <pc:spChg chg="add del">
          <ac:chgData name="Diogo Rafael Cunha Pereira" userId="41356203-1e84-4d71-862d-57204f6122a5" providerId="ADAL" clId="{EB0910E8-0166-48ED-9D86-18BD82E0E789}" dt="2020-10-30T15:12:47.127" v="305" actId="26606"/>
          <ac:spMkLst>
            <pc:docMk/>
            <pc:sldMk cId="3762453940" sldId="259"/>
            <ac:spMk id="23" creationId="{7F488E8B-4E1E-4402-8935-D4E6C02615C7}"/>
          </ac:spMkLst>
        </pc:spChg>
        <pc:spChg chg="add">
          <ac:chgData name="Diogo Rafael Cunha Pereira" userId="41356203-1e84-4d71-862d-57204f6122a5" providerId="ADAL" clId="{EB0910E8-0166-48ED-9D86-18BD82E0E789}" dt="2020-10-30T15:12:47.138" v="306" actId="26606"/>
          <ac:spMkLst>
            <pc:docMk/>
            <pc:sldMk cId="3762453940" sldId="259"/>
            <ac:spMk id="26" creationId="{3B854194-185D-494D-905C-7C7CB2E30F6E}"/>
          </ac:spMkLst>
        </pc:spChg>
        <pc:spChg chg="add">
          <ac:chgData name="Diogo Rafael Cunha Pereira" userId="41356203-1e84-4d71-862d-57204f6122a5" providerId="ADAL" clId="{EB0910E8-0166-48ED-9D86-18BD82E0E789}" dt="2020-10-30T15:12:47.138" v="306" actId="26606"/>
          <ac:spMkLst>
            <pc:docMk/>
            <pc:sldMk cId="3762453940" sldId="259"/>
            <ac:spMk id="27" creationId="{B4F5FA0D-0104-4987-8241-EFF7C85B88DE}"/>
          </ac:spMkLst>
        </pc:spChg>
        <pc:picChg chg="add del">
          <ac:chgData name="Diogo Rafael Cunha Pereira" userId="41356203-1e84-4d71-862d-57204f6122a5" providerId="ADAL" clId="{EB0910E8-0166-48ED-9D86-18BD82E0E789}" dt="2020-10-30T15:12:42.620" v="299" actId="26606"/>
          <ac:picMkLst>
            <pc:docMk/>
            <pc:sldMk cId="3762453940" sldId="259"/>
            <ac:picMk id="12" creationId="{2897127E-6CEF-446C-BE87-93B7C46E49D1}"/>
          </ac:picMkLst>
        </pc:picChg>
        <pc:picChg chg="add del">
          <ac:chgData name="Diogo Rafael Cunha Pereira" userId="41356203-1e84-4d71-862d-57204f6122a5" providerId="ADAL" clId="{EB0910E8-0166-48ED-9D86-18BD82E0E789}" dt="2020-10-30T15:12:45.838" v="301" actId="26606"/>
          <ac:picMkLst>
            <pc:docMk/>
            <pc:sldMk cId="3762453940" sldId="259"/>
            <ac:picMk id="15" creationId="{3AA16612-ACD2-4A16-8F2B-4514FD6BF28F}"/>
          </ac:picMkLst>
        </pc:picChg>
        <pc:picChg chg="add del">
          <ac:chgData name="Diogo Rafael Cunha Pereira" userId="41356203-1e84-4d71-862d-57204f6122a5" providerId="ADAL" clId="{EB0910E8-0166-48ED-9D86-18BD82E0E789}" dt="2020-10-30T15:12:46.236" v="303" actId="26606"/>
          <ac:picMkLst>
            <pc:docMk/>
            <pc:sldMk cId="3762453940" sldId="259"/>
            <ac:picMk id="19" creationId="{2897127E-6CEF-446C-BE87-93B7C46E49D1}"/>
          </ac:picMkLst>
        </pc:picChg>
        <pc:picChg chg="add">
          <ac:chgData name="Diogo Rafael Cunha Pereira" userId="41356203-1e84-4d71-862d-57204f6122a5" providerId="ADAL" clId="{EB0910E8-0166-48ED-9D86-18BD82E0E789}" dt="2020-10-30T15:12:47.138" v="306" actId="26606"/>
          <ac:picMkLst>
            <pc:docMk/>
            <pc:sldMk cId="3762453940" sldId="259"/>
            <ac:picMk id="28" creationId="{2897127E-6CEF-446C-BE87-93B7C46E49D1}"/>
          </ac:picMkLst>
        </pc:picChg>
        <pc:cxnChg chg="add del">
          <ac:chgData name="Diogo Rafael Cunha Pereira" userId="41356203-1e84-4d71-862d-57204f6122a5" providerId="ADAL" clId="{EB0910E8-0166-48ED-9D86-18BD82E0E789}" dt="2020-10-30T15:12:47.127" v="305" actId="26606"/>
          <ac:cxnSpMkLst>
            <pc:docMk/>
            <pc:sldMk cId="3762453940" sldId="259"/>
            <ac:cxnSpMk id="24" creationId="{23AAC9B5-8015-485C-ACF9-A750390E9A56}"/>
          </ac:cxnSpMkLst>
        </pc:cxnChg>
      </pc:sldChg>
      <pc:sldChg chg="addSp delSp modSp mod setBg setClrOvrMap modNotesTx">
        <pc:chgData name="Diogo Rafael Cunha Pereira" userId="41356203-1e84-4d71-862d-57204f6122a5" providerId="ADAL" clId="{EB0910E8-0166-48ED-9D86-18BD82E0E789}" dt="2020-10-30T16:18:18.192" v="810" actId="20577"/>
        <pc:sldMkLst>
          <pc:docMk/>
          <pc:sldMk cId="964660544" sldId="260"/>
        </pc:sldMkLst>
        <pc:spChg chg="del">
          <ac:chgData name="Diogo Rafael Cunha Pereira" userId="41356203-1e84-4d71-862d-57204f6122a5" providerId="ADAL" clId="{EB0910E8-0166-48ED-9D86-18BD82E0E789}" dt="2020-10-30T14:57:42.213" v="35" actId="478"/>
          <ac:spMkLst>
            <pc:docMk/>
            <pc:sldMk cId="964660544" sldId="260"/>
            <ac:spMk id="2" creationId="{8EF850C3-13B9-48C8-9564-225F2593A2FE}"/>
          </ac:spMkLst>
        </pc:spChg>
        <pc:spChg chg="del">
          <ac:chgData name="Diogo Rafael Cunha Pereira" userId="41356203-1e84-4d71-862d-57204f6122a5" providerId="ADAL" clId="{EB0910E8-0166-48ED-9D86-18BD82E0E789}" dt="2020-10-30T14:57:19.627" v="31" actId="478"/>
          <ac:spMkLst>
            <pc:docMk/>
            <pc:sldMk cId="964660544" sldId="260"/>
            <ac:spMk id="3" creationId="{61DFC2F3-527C-4369-BBA8-0D0C86C69566}"/>
          </ac:spMkLst>
        </pc:spChg>
        <pc:spChg chg="add del mod">
          <ac:chgData name="Diogo Rafael Cunha Pereira" userId="41356203-1e84-4d71-862d-57204f6122a5" providerId="ADAL" clId="{EB0910E8-0166-48ED-9D86-18BD82E0E789}" dt="2020-10-30T14:57:45.245" v="36" actId="478"/>
          <ac:spMkLst>
            <pc:docMk/>
            <pc:sldMk cId="964660544" sldId="260"/>
            <ac:spMk id="7" creationId="{5AFC857F-B410-442D-B18D-7C4846448BDE}"/>
          </ac:spMkLst>
        </pc:spChg>
        <pc:spChg chg="add del">
          <ac:chgData name="Diogo Rafael Cunha Pereira" userId="41356203-1e84-4d71-862d-57204f6122a5" providerId="ADAL" clId="{EB0910E8-0166-48ED-9D86-18BD82E0E789}" dt="2020-10-30T15:03:38.680" v="108" actId="26606"/>
          <ac:spMkLst>
            <pc:docMk/>
            <pc:sldMk cId="964660544" sldId="260"/>
            <ac:spMk id="8" creationId="{32BC26D8-82FB-445E-AA49-62A77D7C1EE0}"/>
          </ac:spMkLst>
        </pc:spChg>
        <pc:spChg chg="add del">
          <ac:chgData name="Diogo Rafael Cunha Pereira" userId="41356203-1e84-4d71-862d-57204f6122a5" providerId="ADAL" clId="{EB0910E8-0166-48ED-9D86-18BD82E0E789}" dt="2020-10-30T15:03:38.680" v="108" actId="26606"/>
          <ac:spMkLst>
            <pc:docMk/>
            <pc:sldMk cId="964660544" sldId="260"/>
            <ac:spMk id="9" creationId="{CB44330D-EA18-4254-AA95-EB49948539B8}"/>
          </ac:spMkLst>
        </pc:spChg>
        <pc:spChg chg="add del">
          <ac:chgData name="Diogo Rafael Cunha Pereira" userId="41356203-1e84-4d71-862d-57204f6122a5" providerId="ADAL" clId="{EB0910E8-0166-48ED-9D86-18BD82E0E789}" dt="2020-10-30T15:03:23.579" v="86" actId="26606"/>
          <ac:spMkLst>
            <pc:docMk/>
            <pc:sldMk cId="964660544" sldId="260"/>
            <ac:spMk id="10" creationId="{6EE0B6E2-7CE8-4D86-87FC-4B58A7D8E759}"/>
          </ac:spMkLst>
        </pc:spChg>
        <pc:spChg chg="add del">
          <ac:chgData name="Diogo Rafael Cunha Pereira" userId="41356203-1e84-4d71-862d-57204f6122a5" providerId="ADAL" clId="{EB0910E8-0166-48ED-9D86-18BD82E0E789}" dt="2020-10-30T15:10:40.921" v="273" actId="26606"/>
          <ac:spMkLst>
            <pc:docMk/>
            <pc:sldMk cId="964660544" sldId="260"/>
            <ac:spMk id="11" creationId="{F3060C83-F051-4F0E-ABAD-AA0DFC48B218}"/>
          </ac:spMkLst>
        </pc:spChg>
        <pc:spChg chg="add del">
          <ac:chgData name="Diogo Rafael Cunha Pereira" userId="41356203-1e84-4d71-862d-57204f6122a5" providerId="ADAL" clId="{EB0910E8-0166-48ED-9D86-18BD82E0E789}" dt="2020-10-30T15:03:24.362" v="88" actId="26606"/>
          <ac:spMkLst>
            <pc:docMk/>
            <pc:sldMk cId="964660544" sldId="260"/>
            <ac:spMk id="12" creationId="{42A4FC2C-047E-45A5-965D-8E1E3BF09BC6}"/>
          </ac:spMkLst>
        </pc:spChg>
        <pc:spChg chg="add del">
          <ac:chgData name="Diogo Rafael Cunha Pereira" userId="41356203-1e84-4d71-862d-57204f6122a5" providerId="ADAL" clId="{EB0910E8-0166-48ED-9D86-18BD82E0E789}" dt="2020-10-30T15:10:40.921" v="273" actId="26606"/>
          <ac:spMkLst>
            <pc:docMk/>
            <pc:sldMk cId="964660544" sldId="260"/>
            <ac:spMk id="13" creationId="{83C98ABE-055B-441F-B07E-44F97F083C39}"/>
          </ac:spMkLst>
        </pc:spChg>
        <pc:spChg chg="add del">
          <ac:chgData name="Diogo Rafael Cunha Pereira" userId="41356203-1e84-4d71-862d-57204f6122a5" providerId="ADAL" clId="{EB0910E8-0166-48ED-9D86-18BD82E0E789}" dt="2020-10-30T15:03:26.199" v="90" actId="26606"/>
          <ac:spMkLst>
            <pc:docMk/>
            <pc:sldMk cId="964660544" sldId="260"/>
            <ac:spMk id="14" creationId="{5F879AC3-D4CE-493C-ADC7-06205677F4F8}"/>
          </ac:spMkLst>
        </pc:spChg>
        <pc:spChg chg="add del">
          <ac:chgData name="Diogo Rafael Cunha Pereira" userId="41356203-1e84-4d71-862d-57204f6122a5" providerId="ADAL" clId="{EB0910E8-0166-48ED-9D86-18BD82E0E789}" dt="2020-10-30T15:03:26.199" v="90" actId="26606"/>
          <ac:spMkLst>
            <pc:docMk/>
            <pc:sldMk cId="964660544" sldId="260"/>
            <ac:spMk id="15" creationId="{736F0DFD-0954-464F-BF12-DD2E6F6E0380}"/>
          </ac:spMkLst>
        </pc:spChg>
        <pc:spChg chg="add del">
          <ac:chgData name="Diogo Rafael Cunha Pereira" userId="41356203-1e84-4d71-862d-57204f6122a5" providerId="ADAL" clId="{EB0910E8-0166-48ED-9D86-18BD82E0E789}" dt="2020-10-30T15:10:40.921" v="273" actId="26606"/>
          <ac:spMkLst>
            <pc:docMk/>
            <pc:sldMk cId="964660544" sldId="260"/>
            <ac:spMk id="16" creationId="{3783CA14-24A1-485C-8B30-D6A5D87987AD}"/>
          </ac:spMkLst>
        </pc:spChg>
        <pc:spChg chg="add del">
          <ac:chgData name="Diogo Rafael Cunha Pereira" userId="41356203-1e84-4d71-862d-57204f6122a5" providerId="ADAL" clId="{EB0910E8-0166-48ED-9D86-18BD82E0E789}" dt="2020-10-30T15:03:28.059" v="92" actId="26606"/>
          <ac:spMkLst>
            <pc:docMk/>
            <pc:sldMk cId="964660544" sldId="260"/>
            <ac:spMk id="17" creationId="{42A4FC2C-047E-45A5-965D-8E1E3BF09BC6}"/>
          </ac:spMkLst>
        </pc:spChg>
        <pc:spChg chg="add del">
          <ac:chgData name="Diogo Rafael Cunha Pereira" userId="41356203-1e84-4d71-862d-57204f6122a5" providerId="ADAL" clId="{EB0910E8-0166-48ED-9D86-18BD82E0E789}" dt="2020-10-30T15:10:40.921" v="273" actId="26606"/>
          <ac:spMkLst>
            <pc:docMk/>
            <pc:sldMk cId="964660544" sldId="260"/>
            <ac:spMk id="18" creationId="{9A97C86A-04D6-40F7-AE84-31AB43E6A846}"/>
          </ac:spMkLst>
        </pc:spChg>
        <pc:spChg chg="add del">
          <ac:chgData name="Diogo Rafael Cunha Pereira" userId="41356203-1e84-4d71-862d-57204f6122a5" providerId="ADAL" clId="{EB0910E8-0166-48ED-9D86-18BD82E0E789}" dt="2020-10-30T15:03:30.136" v="94" actId="26606"/>
          <ac:spMkLst>
            <pc:docMk/>
            <pc:sldMk cId="964660544" sldId="260"/>
            <ac:spMk id="19" creationId="{DA2E7C1E-2B5A-4BBA-AE51-1CD8C19309D7}"/>
          </ac:spMkLst>
        </pc:spChg>
        <pc:spChg chg="add del">
          <ac:chgData name="Diogo Rafael Cunha Pereira" userId="41356203-1e84-4d71-862d-57204f6122a5" providerId="ADAL" clId="{EB0910E8-0166-48ED-9D86-18BD82E0E789}" dt="2020-10-30T15:03:30.136" v="94" actId="26606"/>
          <ac:spMkLst>
            <pc:docMk/>
            <pc:sldMk cId="964660544" sldId="260"/>
            <ac:spMk id="20" creationId="{43DF76B1-5174-4FAF-9D19-FFEE98426836}"/>
          </ac:spMkLst>
        </pc:spChg>
        <pc:spChg chg="add del">
          <ac:chgData name="Diogo Rafael Cunha Pereira" userId="41356203-1e84-4d71-862d-57204f6122a5" providerId="ADAL" clId="{EB0910E8-0166-48ED-9D86-18BD82E0E789}" dt="2020-10-30T15:10:40.921" v="273" actId="26606"/>
          <ac:spMkLst>
            <pc:docMk/>
            <pc:sldMk cId="964660544" sldId="260"/>
            <ac:spMk id="21" creationId="{29FDB030-9B49-4CED-8CCD-4D99382388AC}"/>
          </ac:spMkLst>
        </pc:spChg>
        <pc:spChg chg="add del">
          <ac:chgData name="Diogo Rafael Cunha Pereira" userId="41356203-1e84-4d71-862d-57204f6122a5" providerId="ADAL" clId="{EB0910E8-0166-48ED-9D86-18BD82E0E789}" dt="2020-10-30T15:03:31.156" v="96" actId="26606"/>
          <ac:spMkLst>
            <pc:docMk/>
            <pc:sldMk cId="964660544" sldId="260"/>
            <ac:spMk id="22" creationId="{69D184B2-2226-4E31-BCCB-444330767440}"/>
          </ac:spMkLst>
        </pc:spChg>
        <pc:spChg chg="add del">
          <ac:chgData name="Diogo Rafael Cunha Pereira" userId="41356203-1e84-4d71-862d-57204f6122a5" providerId="ADAL" clId="{EB0910E8-0166-48ED-9D86-18BD82E0E789}" dt="2020-10-30T15:03:31.156" v="96" actId="26606"/>
          <ac:spMkLst>
            <pc:docMk/>
            <pc:sldMk cId="964660544" sldId="260"/>
            <ac:spMk id="23" creationId="{1AC4D4E3-486A-464A-8EC8-D44881097267}"/>
          </ac:spMkLst>
        </pc:spChg>
        <pc:spChg chg="add del">
          <ac:chgData name="Diogo Rafael Cunha Pereira" userId="41356203-1e84-4d71-862d-57204f6122a5" providerId="ADAL" clId="{EB0910E8-0166-48ED-9D86-18BD82E0E789}" dt="2020-10-30T15:03:31.156" v="96" actId="26606"/>
          <ac:spMkLst>
            <pc:docMk/>
            <pc:sldMk cId="964660544" sldId="260"/>
            <ac:spMk id="24" creationId="{864DE13E-58EB-4475-B79C-0D4FC651239B}"/>
          </ac:spMkLst>
        </pc:spChg>
        <pc:spChg chg="add del">
          <ac:chgData name="Diogo Rafael Cunha Pereira" userId="41356203-1e84-4d71-862d-57204f6122a5" providerId="ADAL" clId="{EB0910E8-0166-48ED-9D86-18BD82E0E789}" dt="2020-10-30T15:10:40.921" v="273" actId="26606"/>
          <ac:spMkLst>
            <pc:docMk/>
            <pc:sldMk cId="964660544" sldId="260"/>
            <ac:spMk id="25" creationId="{FF9F2414-84E8-453E-B1F3-389FDE8192D9}"/>
          </ac:spMkLst>
        </pc:spChg>
        <pc:spChg chg="add del">
          <ac:chgData name="Diogo Rafael Cunha Pereira" userId="41356203-1e84-4d71-862d-57204f6122a5" providerId="ADAL" clId="{EB0910E8-0166-48ED-9D86-18BD82E0E789}" dt="2020-10-30T15:03:32.192" v="98" actId="26606"/>
          <ac:spMkLst>
            <pc:docMk/>
            <pc:sldMk cId="964660544" sldId="260"/>
            <ac:spMk id="26" creationId="{CA815F2C-4E80-4019-8E59-FAD3F7F8473D}"/>
          </ac:spMkLst>
        </pc:spChg>
        <pc:spChg chg="add del">
          <ac:chgData name="Diogo Rafael Cunha Pereira" userId="41356203-1e84-4d71-862d-57204f6122a5" providerId="ADAL" clId="{EB0910E8-0166-48ED-9D86-18BD82E0E789}" dt="2020-10-30T15:10:40.921" v="273" actId="26606"/>
          <ac:spMkLst>
            <pc:docMk/>
            <pc:sldMk cId="964660544" sldId="260"/>
            <ac:spMk id="27" creationId="{3ECA69A1-7536-43AC-85EF-C7106179F5ED}"/>
          </ac:spMkLst>
        </pc:spChg>
        <pc:spChg chg="add del">
          <ac:chgData name="Diogo Rafael Cunha Pereira" userId="41356203-1e84-4d71-862d-57204f6122a5" providerId="ADAL" clId="{EB0910E8-0166-48ED-9D86-18BD82E0E789}" dt="2020-10-30T15:03:33.795" v="100" actId="26606"/>
          <ac:spMkLst>
            <pc:docMk/>
            <pc:sldMk cId="964660544" sldId="260"/>
            <ac:spMk id="28" creationId="{69D184B2-2226-4E31-BCCB-444330767440}"/>
          </ac:spMkLst>
        </pc:spChg>
        <pc:spChg chg="add del">
          <ac:chgData name="Diogo Rafael Cunha Pereira" userId="41356203-1e84-4d71-862d-57204f6122a5" providerId="ADAL" clId="{EB0910E8-0166-48ED-9D86-18BD82E0E789}" dt="2020-10-30T15:03:33.795" v="100" actId="26606"/>
          <ac:spMkLst>
            <pc:docMk/>
            <pc:sldMk cId="964660544" sldId="260"/>
            <ac:spMk id="29" creationId="{1AC4D4E3-486A-464A-8EC8-D44881097267}"/>
          </ac:spMkLst>
        </pc:spChg>
        <pc:spChg chg="add del">
          <ac:chgData name="Diogo Rafael Cunha Pereira" userId="41356203-1e84-4d71-862d-57204f6122a5" providerId="ADAL" clId="{EB0910E8-0166-48ED-9D86-18BD82E0E789}" dt="2020-10-30T15:03:33.795" v="100" actId="26606"/>
          <ac:spMkLst>
            <pc:docMk/>
            <pc:sldMk cId="964660544" sldId="260"/>
            <ac:spMk id="30" creationId="{864DE13E-58EB-4475-B79C-0D4FC651239B}"/>
          </ac:spMkLst>
        </pc:spChg>
        <pc:spChg chg="add del">
          <ac:chgData name="Diogo Rafael Cunha Pereira" userId="41356203-1e84-4d71-862d-57204f6122a5" providerId="ADAL" clId="{EB0910E8-0166-48ED-9D86-18BD82E0E789}" dt="2020-10-30T15:10:16.383" v="240" actId="26606"/>
          <ac:spMkLst>
            <pc:docMk/>
            <pc:sldMk cId="964660544" sldId="260"/>
            <ac:spMk id="31" creationId="{01D0AF59-99C3-4251-AB9A-C966C6AD4400}"/>
          </ac:spMkLst>
        </pc:spChg>
        <pc:spChg chg="add del">
          <ac:chgData name="Diogo Rafael Cunha Pereira" userId="41356203-1e84-4d71-862d-57204f6122a5" providerId="ADAL" clId="{EB0910E8-0166-48ED-9D86-18BD82E0E789}" dt="2020-10-30T15:03:34.981" v="102" actId="26606"/>
          <ac:spMkLst>
            <pc:docMk/>
            <pc:sldMk cId="964660544" sldId="260"/>
            <ac:spMk id="32" creationId="{CA815F2C-4E80-4019-8E59-FAD3F7F8473D}"/>
          </ac:spMkLst>
        </pc:spChg>
        <pc:spChg chg="add del">
          <ac:chgData name="Diogo Rafael Cunha Pereira" userId="41356203-1e84-4d71-862d-57204f6122a5" providerId="ADAL" clId="{EB0910E8-0166-48ED-9D86-18BD82E0E789}" dt="2020-10-30T15:10:16.383" v="240" actId="26606"/>
          <ac:spMkLst>
            <pc:docMk/>
            <pc:sldMk cId="964660544" sldId="260"/>
            <ac:spMk id="33" creationId="{1855405F-37A2-4869-9154-F8BE3BECE6C3}"/>
          </ac:spMkLst>
        </pc:spChg>
        <pc:spChg chg="add del">
          <ac:chgData name="Diogo Rafael Cunha Pereira" userId="41356203-1e84-4d71-862d-57204f6122a5" providerId="ADAL" clId="{EB0910E8-0166-48ED-9D86-18BD82E0E789}" dt="2020-10-30T15:03:37.021" v="104" actId="26606"/>
          <ac:spMkLst>
            <pc:docMk/>
            <pc:sldMk cId="964660544" sldId="260"/>
            <ac:spMk id="34" creationId="{57845966-6EFC-468A-9CC7-BAB4B95854E7}"/>
          </ac:spMkLst>
        </pc:spChg>
        <pc:spChg chg="add del">
          <ac:chgData name="Diogo Rafael Cunha Pereira" userId="41356203-1e84-4d71-862d-57204f6122a5" providerId="ADAL" clId="{EB0910E8-0166-48ED-9D86-18BD82E0E789}" dt="2020-10-30T15:03:37.021" v="104" actId="26606"/>
          <ac:spMkLst>
            <pc:docMk/>
            <pc:sldMk cId="964660544" sldId="260"/>
            <ac:spMk id="36" creationId="{ADAD1991-FFD1-4E94-ABAB-7560D33008E4}"/>
          </ac:spMkLst>
        </pc:spChg>
        <pc:spChg chg="add del">
          <ac:chgData name="Diogo Rafael Cunha Pereira" userId="41356203-1e84-4d71-862d-57204f6122a5" providerId="ADAL" clId="{EB0910E8-0166-48ED-9D86-18BD82E0E789}" dt="2020-10-30T15:10:17.981" v="242" actId="26606"/>
          <ac:spMkLst>
            <pc:docMk/>
            <pc:sldMk cId="964660544" sldId="260"/>
            <ac:spMk id="37" creationId="{86FF76B9-219D-4469-AF87-0236D29032F1}"/>
          </ac:spMkLst>
        </pc:spChg>
        <pc:spChg chg="add del">
          <ac:chgData name="Diogo Rafael Cunha Pereira" userId="41356203-1e84-4d71-862d-57204f6122a5" providerId="ADAL" clId="{EB0910E8-0166-48ED-9D86-18BD82E0E789}" dt="2020-10-30T15:10:17.981" v="242" actId="26606"/>
          <ac:spMkLst>
            <pc:docMk/>
            <pc:sldMk cId="964660544" sldId="260"/>
            <ac:spMk id="38" creationId="{2E80C965-DB6D-4F81-9E9E-B027384D0BD6}"/>
          </ac:spMkLst>
        </pc:spChg>
        <pc:spChg chg="add del">
          <ac:chgData name="Diogo Rafael Cunha Pereira" userId="41356203-1e84-4d71-862d-57204f6122a5" providerId="ADAL" clId="{EB0910E8-0166-48ED-9D86-18BD82E0E789}" dt="2020-10-30T15:10:17.981" v="242" actId="26606"/>
          <ac:spMkLst>
            <pc:docMk/>
            <pc:sldMk cId="964660544" sldId="260"/>
            <ac:spMk id="40" creationId="{633C5E46-DAC5-4661-9C87-22B08E2A512F}"/>
          </ac:spMkLst>
        </pc:spChg>
        <pc:spChg chg="add del">
          <ac:chgData name="Diogo Rafael Cunha Pereira" userId="41356203-1e84-4d71-862d-57204f6122a5" providerId="ADAL" clId="{EB0910E8-0166-48ED-9D86-18BD82E0E789}" dt="2020-10-30T15:10:23.013" v="248" actId="26606"/>
          <ac:spMkLst>
            <pc:docMk/>
            <pc:sldMk cId="964660544" sldId="260"/>
            <ac:spMk id="41" creationId="{32BC26D8-82FB-445E-AA49-62A77D7C1EE0}"/>
          </ac:spMkLst>
        </pc:spChg>
        <pc:spChg chg="add del">
          <ac:chgData name="Diogo Rafael Cunha Pereira" userId="41356203-1e84-4d71-862d-57204f6122a5" providerId="ADAL" clId="{EB0910E8-0166-48ED-9D86-18BD82E0E789}" dt="2020-10-30T15:10:23.013" v="248" actId="26606"/>
          <ac:spMkLst>
            <pc:docMk/>
            <pc:sldMk cId="964660544" sldId="260"/>
            <ac:spMk id="42" creationId="{CB44330D-EA18-4254-AA95-EB49948539B8}"/>
          </ac:spMkLst>
        </pc:spChg>
        <pc:spChg chg="add del">
          <ac:chgData name="Diogo Rafael Cunha Pereira" userId="41356203-1e84-4d71-862d-57204f6122a5" providerId="ADAL" clId="{EB0910E8-0166-48ED-9D86-18BD82E0E789}" dt="2020-10-30T15:10:20.642" v="244" actId="26606"/>
          <ac:spMkLst>
            <pc:docMk/>
            <pc:sldMk cId="964660544" sldId="260"/>
            <ac:spMk id="44" creationId="{57845966-6EFC-468A-9CC7-BAB4B95854E7}"/>
          </ac:spMkLst>
        </pc:spChg>
        <pc:spChg chg="add del">
          <ac:chgData name="Diogo Rafael Cunha Pereira" userId="41356203-1e84-4d71-862d-57204f6122a5" providerId="ADAL" clId="{EB0910E8-0166-48ED-9D86-18BD82E0E789}" dt="2020-10-30T15:10:20.642" v="244" actId="26606"/>
          <ac:spMkLst>
            <pc:docMk/>
            <pc:sldMk cId="964660544" sldId="260"/>
            <ac:spMk id="46" creationId="{ADAD1991-FFD1-4E94-ABAB-7560D33008E4}"/>
          </ac:spMkLst>
        </pc:spChg>
        <pc:spChg chg="add del">
          <ac:chgData name="Diogo Rafael Cunha Pereira" userId="41356203-1e84-4d71-862d-57204f6122a5" providerId="ADAL" clId="{EB0910E8-0166-48ED-9D86-18BD82E0E789}" dt="2020-10-30T15:10:23.966" v="250" actId="26606"/>
          <ac:spMkLst>
            <pc:docMk/>
            <pc:sldMk cId="964660544" sldId="260"/>
            <ac:spMk id="47" creationId="{69D184B2-2226-4E31-BCCB-444330767440}"/>
          </ac:spMkLst>
        </pc:spChg>
        <pc:spChg chg="add del">
          <ac:chgData name="Diogo Rafael Cunha Pereira" userId="41356203-1e84-4d71-862d-57204f6122a5" providerId="ADAL" clId="{EB0910E8-0166-48ED-9D86-18BD82E0E789}" dt="2020-10-30T15:10:23.966" v="250" actId="26606"/>
          <ac:spMkLst>
            <pc:docMk/>
            <pc:sldMk cId="964660544" sldId="260"/>
            <ac:spMk id="48" creationId="{1AC4D4E3-486A-464A-8EC8-D44881097267}"/>
          </ac:spMkLst>
        </pc:spChg>
        <pc:spChg chg="add del">
          <ac:chgData name="Diogo Rafael Cunha Pereira" userId="41356203-1e84-4d71-862d-57204f6122a5" providerId="ADAL" clId="{EB0910E8-0166-48ED-9D86-18BD82E0E789}" dt="2020-10-30T15:10:23.966" v="250" actId="26606"/>
          <ac:spMkLst>
            <pc:docMk/>
            <pc:sldMk cId="964660544" sldId="260"/>
            <ac:spMk id="49" creationId="{864DE13E-58EB-4475-B79C-0D4FC651239B}"/>
          </ac:spMkLst>
        </pc:spChg>
        <pc:spChg chg="add del">
          <ac:chgData name="Diogo Rafael Cunha Pereira" userId="41356203-1e84-4d71-862d-57204f6122a5" providerId="ADAL" clId="{EB0910E8-0166-48ED-9D86-18BD82E0E789}" dt="2020-10-30T15:10:25.864" v="252" actId="26606"/>
          <ac:spMkLst>
            <pc:docMk/>
            <pc:sldMk cId="964660544" sldId="260"/>
            <ac:spMk id="51" creationId="{CA815F2C-4E80-4019-8E59-FAD3F7F8473D}"/>
          </ac:spMkLst>
        </pc:spChg>
        <pc:spChg chg="add del">
          <ac:chgData name="Diogo Rafael Cunha Pereira" userId="41356203-1e84-4d71-862d-57204f6122a5" providerId="ADAL" clId="{EB0910E8-0166-48ED-9D86-18BD82E0E789}" dt="2020-10-30T15:10:27.011" v="254" actId="26606"/>
          <ac:spMkLst>
            <pc:docMk/>
            <pc:sldMk cId="964660544" sldId="260"/>
            <ac:spMk id="53" creationId="{46D6306C-ED4F-4AAE-B4A5-EEA6AFAD726E}"/>
          </ac:spMkLst>
        </pc:spChg>
        <pc:spChg chg="add del">
          <ac:chgData name="Diogo Rafael Cunha Pereira" userId="41356203-1e84-4d71-862d-57204f6122a5" providerId="ADAL" clId="{EB0910E8-0166-48ED-9D86-18BD82E0E789}" dt="2020-10-30T15:10:27.011" v="254" actId="26606"/>
          <ac:spMkLst>
            <pc:docMk/>
            <pc:sldMk cId="964660544" sldId="260"/>
            <ac:spMk id="54" creationId="{0EC5361D-F897-4856-B945-0455A365EB24}"/>
          </ac:spMkLst>
        </pc:spChg>
        <pc:spChg chg="add del">
          <ac:chgData name="Diogo Rafael Cunha Pereira" userId="41356203-1e84-4d71-862d-57204f6122a5" providerId="ADAL" clId="{EB0910E8-0166-48ED-9D86-18BD82E0E789}" dt="2020-10-30T15:10:27.011" v="254" actId="26606"/>
          <ac:spMkLst>
            <pc:docMk/>
            <pc:sldMk cId="964660544" sldId="260"/>
            <ac:spMk id="55" creationId="{4508C0C5-2268-42B5-B3C8-4D0899E05F8C}"/>
          </ac:spMkLst>
        </pc:spChg>
        <pc:spChg chg="add del">
          <ac:chgData name="Diogo Rafael Cunha Pereira" userId="41356203-1e84-4d71-862d-57204f6122a5" providerId="ADAL" clId="{EB0910E8-0166-48ED-9D86-18BD82E0E789}" dt="2020-10-30T15:10:27.011" v="254" actId="26606"/>
          <ac:spMkLst>
            <pc:docMk/>
            <pc:sldMk cId="964660544" sldId="260"/>
            <ac:spMk id="56" creationId="{141ACBDB-38F8-4B34-8183-BD95B4E55A62}"/>
          </ac:spMkLst>
        </pc:spChg>
        <pc:spChg chg="add del">
          <ac:chgData name="Diogo Rafael Cunha Pereira" userId="41356203-1e84-4d71-862d-57204f6122a5" providerId="ADAL" clId="{EB0910E8-0166-48ED-9D86-18BD82E0E789}" dt="2020-10-30T15:10:27.011" v="254" actId="26606"/>
          <ac:spMkLst>
            <pc:docMk/>
            <pc:sldMk cId="964660544" sldId="260"/>
            <ac:spMk id="57" creationId="{DE00DB52-3455-4E2F-867B-A6D0516E175B}"/>
          </ac:spMkLst>
        </pc:spChg>
        <pc:spChg chg="add del">
          <ac:chgData name="Diogo Rafael Cunha Pereira" userId="41356203-1e84-4d71-862d-57204f6122a5" providerId="ADAL" clId="{EB0910E8-0166-48ED-9D86-18BD82E0E789}" dt="2020-10-30T15:10:27.011" v="254" actId="26606"/>
          <ac:spMkLst>
            <pc:docMk/>
            <pc:sldMk cId="964660544" sldId="260"/>
            <ac:spMk id="58" creationId="{9E914C83-E0D8-4953-92D5-169D28CB43AE}"/>
          </ac:spMkLst>
        </pc:spChg>
        <pc:spChg chg="add del">
          <ac:chgData name="Diogo Rafael Cunha Pereira" userId="41356203-1e84-4d71-862d-57204f6122a5" providerId="ADAL" clId="{EB0910E8-0166-48ED-9D86-18BD82E0E789}" dt="2020-10-30T15:10:27.011" v="254" actId="26606"/>
          <ac:spMkLst>
            <pc:docMk/>
            <pc:sldMk cId="964660544" sldId="260"/>
            <ac:spMk id="59" creationId="{3512E083-F550-46AF-8490-767ECFD00CB7}"/>
          </ac:spMkLst>
        </pc:spChg>
        <pc:spChg chg="add del">
          <ac:chgData name="Diogo Rafael Cunha Pereira" userId="41356203-1e84-4d71-862d-57204f6122a5" providerId="ADAL" clId="{EB0910E8-0166-48ED-9D86-18BD82E0E789}" dt="2020-10-30T15:10:30.741" v="256" actId="26606"/>
          <ac:spMkLst>
            <pc:docMk/>
            <pc:sldMk cId="964660544" sldId="260"/>
            <ac:spMk id="61" creationId="{3B432D73-5C38-474F-AF96-A3228731BF36}"/>
          </ac:spMkLst>
        </pc:spChg>
        <pc:spChg chg="add del">
          <ac:chgData name="Diogo Rafael Cunha Pereira" userId="41356203-1e84-4d71-862d-57204f6122a5" providerId="ADAL" clId="{EB0910E8-0166-48ED-9D86-18BD82E0E789}" dt="2020-10-30T15:10:33.626" v="258" actId="26606"/>
          <ac:spMkLst>
            <pc:docMk/>
            <pc:sldMk cId="964660544" sldId="260"/>
            <ac:spMk id="63" creationId="{46D6306C-ED4F-4AAE-B4A5-EEA6AFAD726E}"/>
          </ac:spMkLst>
        </pc:spChg>
        <pc:spChg chg="add del">
          <ac:chgData name="Diogo Rafael Cunha Pereira" userId="41356203-1e84-4d71-862d-57204f6122a5" providerId="ADAL" clId="{EB0910E8-0166-48ED-9D86-18BD82E0E789}" dt="2020-10-30T15:10:33.626" v="258" actId="26606"/>
          <ac:spMkLst>
            <pc:docMk/>
            <pc:sldMk cId="964660544" sldId="260"/>
            <ac:spMk id="64" creationId="{0EC5361D-F897-4856-B945-0455A365EB24}"/>
          </ac:spMkLst>
        </pc:spChg>
        <pc:spChg chg="add del">
          <ac:chgData name="Diogo Rafael Cunha Pereira" userId="41356203-1e84-4d71-862d-57204f6122a5" providerId="ADAL" clId="{EB0910E8-0166-48ED-9D86-18BD82E0E789}" dt="2020-10-30T15:10:33.626" v="258" actId="26606"/>
          <ac:spMkLst>
            <pc:docMk/>
            <pc:sldMk cId="964660544" sldId="260"/>
            <ac:spMk id="65" creationId="{4508C0C5-2268-42B5-B3C8-4D0899E05F8C}"/>
          </ac:spMkLst>
        </pc:spChg>
        <pc:spChg chg="add del">
          <ac:chgData name="Diogo Rafael Cunha Pereira" userId="41356203-1e84-4d71-862d-57204f6122a5" providerId="ADAL" clId="{EB0910E8-0166-48ED-9D86-18BD82E0E789}" dt="2020-10-30T15:10:33.626" v="258" actId="26606"/>
          <ac:spMkLst>
            <pc:docMk/>
            <pc:sldMk cId="964660544" sldId="260"/>
            <ac:spMk id="66" creationId="{141ACBDB-38F8-4B34-8183-BD95B4E55A62}"/>
          </ac:spMkLst>
        </pc:spChg>
        <pc:spChg chg="add del">
          <ac:chgData name="Diogo Rafael Cunha Pereira" userId="41356203-1e84-4d71-862d-57204f6122a5" providerId="ADAL" clId="{EB0910E8-0166-48ED-9D86-18BD82E0E789}" dt="2020-10-30T15:10:33.626" v="258" actId="26606"/>
          <ac:spMkLst>
            <pc:docMk/>
            <pc:sldMk cId="964660544" sldId="260"/>
            <ac:spMk id="67" creationId="{DE00DB52-3455-4E2F-867B-A6D0516E175B}"/>
          </ac:spMkLst>
        </pc:spChg>
        <pc:spChg chg="add del">
          <ac:chgData name="Diogo Rafael Cunha Pereira" userId="41356203-1e84-4d71-862d-57204f6122a5" providerId="ADAL" clId="{EB0910E8-0166-48ED-9D86-18BD82E0E789}" dt="2020-10-30T15:10:33.626" v="258" actId="26606"/>
          <ac:spMkLst>
            <pc:docMk/>
            <pc:sldMk cId="964660544" sldId="260"/>
            <ac:spMk id="68" creationId="{9E914C83-E0D8-4953-92D5-169D28CB43AE}"/>
          </ac:spMkLst>
        </pc:spChg>
        <pc:spChg chg="add del">
          <ac:chgData name="Diogo Rafael Cunha Pereira" userId="41356203-1e84-4d71-862d-57204f6122a5" providerId="ADAL" clId="{EB0910E8-0166-48ED-9D86-18BD82E0E789}" dt="2020-10-30T15:10:33.626" v="258" actId="26606"/>
          <ac:spMkLst>
            <pc:docMk/>
            <pc:sldMk cId="964660544" sldId="260"/>
            <ac:spMk id="69" creationId="{3512E083-F550-46AF-8490-767ECFD00CB7}"/>
          </ac:spMkLst>
        </pc:spChg>
        <pc:spChg chg="add del">
          <ac:chgData name="Diogo Rafael Cunha Pereira" userId="41356203-1e84-4d71-862d-57204f6122a5" providerId="ADAL" clId="{EB0910E8-0166-48ED-9D86-18BD82E0E789}" dt="2020-10-30T15:10:34.308" v="260" actId="26606"/>
          <ac:spMkLst>
            <pc:docMk/>
            <pc:sldMk cId="964660544" sldId="260"/>
            <ac:spMk id="71" creationId="{AB8C311F-7253-4AED-9701-7FC0708C41C7}"/>
          </ac:spMkLst>
        </pc:spChg>
        <pc:spChg chg="add del">
          <ac:chgData name="Diogo Rafael Cunha Pereira" userId="41356203-1e84-4d71-862d-57204f6122a5" providerId="ADAL" clId="{EB0910E8-0166-48ED-9D86-18BD82E0E789}" dt="2020-10-30T15:10:34.308" v="260" actId="26606"/>
          <ac:spMkLst>
            <pc:docMk/>
            <pc:sldMk cId="964660544" sldId="260"/>
            <ac:spMk id="72" creationId="{E2384209-CB15-4CDF-9D31-C44FD9A3F20D}"/>
          </ac:spMkLst>
        </pc:spChg>
        <pc:spChg chg="add del">
          <ac:chgData name="Diogo Rafael Cunha Pereira" userId="41356203-1e84-4d71-862d-57204f6122a5" providerId="ADAL" clId="{EB0910E8-0166-48ED-9D86-18BD82E0E789}" dt="2020-10-30T15:10:34.308" v="260" actId="26606"/>
          <ac:spMkLst>
            <pc:docMk/>
            <pc:sldMk cId="964660544" sldId="260"/>
            <ac:spMk id="73" creationId="{2633B3B5-CC90-43F0-8714-D31D1F3F0209}"/>
          </ac:spMkLst>
        </pc:spChg>
        <pc:spChg chg="add del">
          <ac:chgData name="Diogo Rafael Cunha Pereira" userId="41356203-1e84-4d71-862d-57204f6122a5" providerId="ADAL" clId="{EB0910E8-0166-48ED-9D86-18BD82E0E789}" dt="2020-10-30T15:10:34.308" v="260" actId="26606"/>
          <ac:spMkLst>
            <pc:docMk/>
            <pc:sldMk cId="964660544" sldId="260"/>
            <ac:spMk id="74" creationId="{A8D57A06-A426-446D-B02C-A2DC6B62E45E}"/>
          </ac:spMkLst>
        </pc:spChg>
        <pc:spChg chg="add del">
          <ac:chgData name="Diogo Rafael Cunha Pereira" userId="41356203-1e84-4d71-862d-57204f6122a5" providerId="ADAL" clId="{EB0910E8-0166-48ED-9D86-18BD82E0E789}" dt="2020-10-30T15:10:35.306" v="262" actId="26606"/>
          <ac:spMkLst>
            <pc:docMk/>
            <pc:sldMk cId="964660544" sldId="260"/>
            <ac:spMk id="76" creationId="{1500B4A4-B1F1-41EA-886A-B8A210DBCA3B}"/>
          </ac:spMkLst>
        </pc:spChg>
        <pc:spChg chg="add del">
          <ac:chgData name="Diogo Rafael Cunha Pereira" userId="41356203-1e84-4d71-862d-57204f6122a5" providerId="ADAL" clId="{EB0910E8-0166-48ED-9D86-18BD82E0E789}" dt="2020-10-30T15:10:35.306" v="262" actId="26606"/>
          <ac:spMkLst>
            <pc:docMk/>
            <pc:sldMk cId="964660544" sldId="260"/>
            <ac:spMk id="77" creationId="{5E55A99C-0BDC-4DBE-8E40-9FA66F629FA1}"/>
          </ac:spMkLst>
        </pc:spChg>
        <pc:spChg chg="add del">
          <ac:chgData name="Diogo Rafael Cunha Pereira" userId="41356203-1e84-4d71-862d-57204f6122a5" providerId="ADAL" clId="{EB0910E8-0166-48ED-9D86-18BD82E0E789}" dt="2020-10-30T15:13:01.263" v="308" actId="26606"/>
          <ac:spMkLst>
            <pc:docMk/>
            <pc:sldMk cId="964660544" sldId="260"/>
            <ac:spMk id="78" creationId="{CB44330D-EA18-4254-AA95-EB49948539B8}"/>
          </ac:spMkLst>
        </pc:spChg>
        <pc:spChg chg="add del">
          <ac:chgData name="Diogo Rafael Cunha Pereira" userId="41356203-1e84-4d71-862d-57204f6122a5" providerId="ADAL" clId="{EB0910E8-0166-48ED-9D86-18BD82E0E789}" dt="2020-10-30T15:10:36.252" v="264" actId="26606"/>
          <ac:spMkLst>
            <pc:docMk/>
            <pc:sldMk cId="964660544" sldId="260"/>
            <ac:spMk id="79" creationId="{22F15A2D-2324-487D-A02A-BF46C5C580EB}"/>
          </ac:spMkLst>
        </pc:spChg>
        <pc:spChg chg="add del">
          <ac:chgData name="Diogo Rafael Cunha Pereira" userId="41356203-1e84-4d71-862d-57204f6122a5" providerId="ADAL" clId="{EB0910E8-0166-48ED-9D86-18BD82E0E789}" dt="2020-10-30T15:10:36.252" v="264" actId="26606"/>
          <ac:spMkLst>
            <pc:docMk/>
            <pc:sldMk cId="964660544" sldId="260"/>
            <ac:spMk id="80" creationId="{17A7F34E-D418-47E2-9F86-2C45BBC31210}"/>
          </ac:spMkLst>
        </pc:spChg>
        <pc:spChg chg="add del">
          <ac:chgData name="Diogo Rafael Cunha Pereira" userId="41356203-1e84-4d71-862d-57204f6122a5" providerId="ADAL" clId="{EB0910E8-0166-48ED-9D86-18BD82E0E789}" dt="2020-10-30T15:10:36.252" v="264" actId="26606"/>
          <ac:spMkLst>
            <pc:docMk/>
            <pc:sldMk cId="964660544" sldId="260"/>
            <ac:spMk id="81" creationId="{2AEAFA59-923A-4F54-8B49-44C970BCC323}"/>
          </ac:spMkLst>
        </pc:spChg>
        <pc:spChg chg="add del">
          <ac:chgData name="Diogo Rafael Cunha Pereira" userId="41356203-1e84-4d71-862d-57204f6122a5" providerId="ADAL" clId="{EB0910E8-0166-48ED-9D86-18BD82E0E789}" dt="2020-10-30T15:13:11.396" v="312" actId="26606"/>
          <ac:spMkLst>
            <pc:docMk/>
            <pc:sldMk cId="964660544" sldId="260"/>
            <ac:spMk id="82" creationId="{A8D57A06-A426-446D-B02C-A2DC6B62E45E}"/>
          </ac:spMkLst>
        </pc:spChg>
        <pc:spChg chg="add del">
          <ac:chgData name="Diogo Rafael Cunha Pereira" userId="41356203-1e84-4d71-862d-57204f6122a5" providerId="ADAL" clId="{EB0910E8-0166-48ED-9D86-18BD82E0E789}" dt="2020-10-30T15:10:37.113" v="266" actId="26606"/>
          <ac:spMkLst>
            <pc:docMk/>
            <pc:sldMk cId="964660544" sldId="260"/>
            <ac:spMk id="83" creationId="{B649E800-A5C8-49A0-A453-ED537DA3156A}"/>
          </ac:spMkLst>
        </pc:spChg>
        <pc:spChg chg="add del">
          <ac:chgData name="Diogo Rafael Cunha Pereira" userId="41356203-1e84-4d71-862d-57204f6122a5" providerId="ADAL" clId="{EB0910E8-0166-48ED-9D86-18BD82E0E789}" dt="2020-10-30T15:10:37.113" v="266" actId="26606"/>
          <ac:spMkLst>
            <pc:docMk/>
            <pc:sldMk cId="964660544" sldId="260"/>
            <ac:spMk id="84" creationId="{8BA67DD7-B75D-4A30-90A4-EEA9F64AF11B}"/>
          </ac:spMkLst>
        </pc:spChg>
        <pc:spChg chg="add del">
          <ac:chgData name="Diogo Rafael Cunha Pereira" userId="41356203-1e84-4d71-862d-57204f6122a5" providerId="ADAL" clId="{EB0910E8-0166-48ED-9D86-18BD82E0E789}" dt="2020-10-30T15:33:44.246" v="606" actId="26606"/>
          <ac:spMkLst>
            <pc:docMk/>
            <pc:sldMk cId="964660544" sldId="260"/>
            <ac:spMk id="87" creationId="{29FDB030-9B49-4CED-8CCD-4D99382388AC}"/>
          </ac:spMkLst>
        </pc:spChg>
        <pc:spChg chg="add del">
          <ac:chgData name="Diogo Rafael Cunha Pereira" userId="41356203-1e84-4d71-862d-57204f6122a5" providerId="ADAL" clId="{EB0910E8-0166-48ED-9D86-18BD82E0E789}" dt="2020-10-30T15:10:39.648" v="270" actId="26606"/>
          <ac:spMkLst>
            <pc:docMk/>
            <pc:sldMk cId="964660544" sldId="260"/>
            <ac:spMk id="91" creationId="{216BB327-7AA9-4EC5-815F-9D8E6BC53E34}"/>
          </ac:spMkLst>
        </pc:spChg>
        <pc:spChg chg="add del">
          <ac:chgData name="Diogo Rafael Cunha Pereira" userId="41356203-1e84-4d71-862d-57204f6122a5" providerId="ADAL" clId="{EB0910E8-0166-48ED-9D86-18BD82E0E789}" dt="2020-10-30T15:10:40.901" v="272" actId="26606"/>
          <ac:spMkLst>
            <pc:docMk/>
            <pc:sldMk cId="964660544" sldId="260"/>
            <ac:spMk id="93" creationId="{0B761509-3B9A-49A6-A84B-C3D86811697D}"/>
          </ac:spMkLst>
        </pc:spChg>
        <pc:spChg chg="add del">
          <ac:chgData name="Diogo Rafael Cunha Pereira" userId="41356203-1e84-4d71-862d-57204f6122a5" providerId="ADAL" clId="{EB0910E8-0166-48ED-9D86-18BD82E0E789}" dt="2020-10-30T15:10:40.901" v="272" actId="26606"/>
          <ac:spMkLst>
            <pc:docMk/>
            <pc:sldMk cId="964660544" sldId="260"/>
            <ac:spMk id="94" creationId="{91DE43FD-EB47-414A-B0AB-169B0FFFA527}"/>
          </ac:spMkLst>
        </pc:spChg>
        <pc:spChg chg="add del">
          <ac:chgData name="Diogo Rafael Cunha Pereira" userId="41356203-1e84-4d71-862d-57204f6122a5" providerId="ADAL" clId="{EB0910E8-0166-48ED-9D86-18BD82E0E789}" dt="2020-10-30T15:12:21.560" v="297" actId="26606"/>
          <ac:spMkLst>
            <pc:docMk/>
            <pc:sldMk cId="964660544" sldId="260"/>
            <ac:spMk id="99" creationId="{5F879AC3-D4CE-493C-ADC7-06205677F4F8}"/>
          </ac:spMkLst>
        </pc:spChg>
        <pc:spChg chg="add del">
          <ac:chgData name="Diogo Rafael Cunha Pereira" userId="41356203-1e84-4d71-862d-57204f6122a5" providerId="ADAL" clId="{EB0910E8-0166-48ED-9D86-18BD82E0E789}" dt="2020-10-30T15:12:21.560" v="297" actId="26606"/>
          <ac:spMkLst>
            <pc:docMk/>
            <pc:sldMk cId="964660544" sldId="260"/>
            <ac:spMk id="100" creationId="{736F0DFD-0954-464F-BF12-DD2E6F6E0380}"/>
          </ac:spMkLst>
        </pc:spChg>
        <pc:spChg chg="add del">
          <ac:chgData name="Diogo Rafael Cunha Pereira" userId="41356203-1e84-4d71-862d-57204f6122a5" providerId="ADAL" clId="{EB0910E8-0166-48ED-9D86-18BD82E0E789}" dt="2020-10-30T15:12:12.094" v="290" actId="26606"/>
          <ac:spMkLst>
            <pc:docMk/>
            <pc:sldMk cId="964660544" sldId="260"/>
            <ac:spMk id="105" creationId="{46D6306C-ED4F-4AAE-B4A5-EEA6AFAD726E}"/>
          </ac:spMkLst>
        </pc:spChg>
        <pc:spChg chg="add del">
          <ac:chgData name="Diogo Rafael Cunha Pereira" userId="41356203-1e84-4d71-862d-57204f6122a5" providerId="ADAL" clId="{EB0910E8-0166-48ED-9D86-18BD82E0E789}" dt="2020-10-30T15:12:12.094" v="290" actId="26606"/>
          <ac:spMkLst>
            <pc:docMk/>
            <pc:sldMk cId="964660544" sldId="260"/>
            <ac:spMk id="107" creationId="{0EC5361D-F897-4856-B945-0455A365EB24}"/>
          </ac:spMkLst>
        </pc:spChg>
        <pc:spChg chg="add del">
          <ac:chgData name="Diogo Rafael Cunha Pereira" userId="41356203-1e84-4d71-862d-57204f6122a5" providerId="ADAL" clId="{EB0910E8-0166-48ED-9D86-18BD82E0E789}" dt="2020-10-30T15:12:12.094" v="290" actId="26606"/>
          <ac:spMkLst>
            <pc:docMk/>
            <pc:sldMk cId="964660544" sldId="260"/>
            <ac:spMk id="109" creationId="{4508C0C5-2268-42B5-B3C8-4D0899E05F8C}"/>
          </ac:spMkLst>
        </pc:spChg>
        <pc:spChg chg="add del">
          <ac:chgData name="Diogo Rafael Cunha Pereira" userId="41356203-1e84-4d71-862d-57204f6122a5" providerId="ADAL" clId="{EB0910E8-0166-48ED-9D86-18BD82E0E789}" dt="2020-10-30T15:12:12.094" v="290" actId="26606"/>
          <ac:spMkLst>
            <pc:docMk/>
            <pc:sldMk cId="964660544" sldId="260"/>
            <ac:spMk id="111" creationId="{141ACBDB-38F8-4B34-8183-BD95B4E55A62}"/>
          </ac:spMkLst>
        </pc:spChg>
        <pc:spChg chg="add del">
          <ac:chgData name="Diogo Rafael Cunha Pereira" userId="41356203-1e84-4d71-862d-57204f6122a5" providerId="ADAL" clId="{EB0910E8-0166-48ED-9D86-18BD82E0E789}" dt="2020-10-30T15:12:12.094" v="290" actId="26606"/>
          <ac:spMkLst>
            <pc:docMk/>
            <pc:sldMk cId="964660544" sldId="260"/>
            <ac:spMk id="113" creationId="{DE00DB52-3455-4E2F-867B-A6D0516E175B}"/>
          </ac:spMkLst>
        </pc:spChg>
        <pc:spChg chg="add del">
          <ac:chgData name="Diogo Rafael Cunha Pereira" userId="41356203-1e84-4d71-862d-57204f6122a5" providerId="ADAL" clId="{EB0910E8-0166-48ED-9D86-18BD82E0E789}" dt="2020-10-30T15:12:12.094" v="290" actId="26606"/>
          <ac:spMkLst>
            <pc:docMk/>
            <pc:sldMk cId="964660544" sldId="260"/>
            <ac:spMk id="115" creationId="{9E914C83-E0D8-4953-92D5-169D28CB43AE}"/>
          </ac:spMkLst>
        </pc:spChg>
        <pc:spChg chg="add del">
          <ac:chgData name="Diogo Rafael Cunha Pereira" userId="41356203-1e84-4d71-862d-57204f6122a5" providerId="ADAL" clId="{EB0910E8-0166-48ED-9D86-18BD82E0E789}" dt="2020-10-30T15:12:12.094" v="290" actId="26606"/>
          <ac:spMkLst>
            <pc:docMk/>
            <pc:sldMk cId="964660544" sldId="260"/>
            <ac:spMk id="117" creationId="{3512E083-F550-46AF-8490-767ECFD00CB7}"/>
          </ac:spMkLst>
        </pc:spChg>
        <pc:spChg chg="add del">
          <ac:chgData name="Diogo Rafael Cunha Pereira" userId="41356203-1e84-4d71-862d-57204f6122a5" providerId="ADAL" clId="{EB0910E8-0166-48ED-9D86-18BD82E0E789}" dt="2020-10-30T15:12:18.370" v="292" actId="26606"/>
          <ac:spMkLst>
            <pc:docMk/>
            <pc:sldMk cId="964660544" sldId="260"/>
            <ac:spMk id="119" creationId="{86FF76B9-219D-4469-AF87-0236D29032F1}"/>
          </ac:spMkLst>
        </pc:spChg>
        <pc:spChg chg="add del">
          <ac:chgData name="Diogo Rafael Cunha Pereira" userId="41356203-1e84-4d71-862d-57204f6122a5" providerId="ADAL" clId="{EB0910E8-0166-48ED-9D86-18BD82E0E789}" dt="2020-10-30T15:12:18.370" v="292" actId="26606"/>
          <ac:spMkLst>
            <pc:docMk/>
            <pc:sldMk cId="964660544" sldId="260"/>
            <ac:spMk id="122" creationId="{2E80C965-DB6D-4F81-9E9E-B027384D0BD6}"/>
          </ac:spMkLst>
        </pc:spChg>
        <pc:spChg chg="add del">
          <ac:chgData name="Diogo Rafael Cunha Pereira" userId="41356203-1e84-4d71-862d-57204f6122a5" providerId="ADAL" clId="{EB0910E8-0166-48ED-9D86-18BD82E0E789}" dt="2020-10-30T15:12:18.370" v="292" actId="26606"/>
          <ac:spMkLst>
            <pc:docMk/>
            <pc:sldMk cId="964660544" sldId="260"/>
            <ac:spMk id="123" creationId="{633C5E46-DAC5-4661-9C87-22B08E2A512F}"/>
          </ac:spMkLst>
        </pc:spChg>
        <pc:spChg chg="add del">
          <ac:chgData name="Diogo Rafael Cunha Pereira" userId="41356203-1e84-4d71-862d-57204f6122a5" providerId="ADAL" clId="{EB0910E8-0166-48ED-9D86-18BD82E0E789}" dt="2020-10-30T15:12:19.841" v="294" actId="26606"/>
          <ac:spMkLst>
            <pc:docMk/>
            <pc:sldMk cId="964660544" sldId="260"/>
            <ac:spMk id="125" creationId="{216BB327-7AA9-4EC5-815F-9D8E6BC53E34}"/>
          </ac:spMkLst>
        </pc:spChg>
        <pc:spChg chg="add del">
          <ac:chgData name="Diogo Rafael Cunha Pereira" userId="41356203-1e84-4d71-862d-57204f6122a5" providerId="ADAL" clId="{EB0910E8-0166-48ED-9D86-18BD82E0E789}" dt="2020-10-30T15:12:21.552" v="296" actId="26606"/>
          <ac:spMkLst>
            <pc:docMk/>
            <pc:sldMk cId="964660544" sldId="260"/>
            <ac:spMk id="127" creationId="{AB8C311F-7253-4AED-9701-7FC0708C41C7}"/>
          </ac:spMkLst>
        </pc:spChg>
        <pc:spChg chg="add del">
          <ac:chgData name="Diogo Rafael Cunha Pereira" userId="41356203-1e84-4d71-862d-57204f6122a5" providerId="ADAL" clId="{EB0910E8-0166-48ED-9D86-18BD82E0E789}" dt="2020-10-30T15:12:21.552" v="296" actId="26606"/>
          <ac:spMkLst>
            <pc:docMk/>
            <pc:sldMk cId="964660544" sldId="260"/>
            <ac:spMk id="128" creationId="{E2384209-CB15-4CDF-9D31-C44FD9A3F20D}"/>
          </ac:spMkLst>
        </pc:spChg>
        <pc:spChg chg="add del">
          <ac:chgData name="Diogo Rafael Cunha Pereira" userId="41356203-1e84-4d71-862d-57204f6122a5" providerId="ADAL" clId="{EB0910E8-0166-48ED-9D86-18BD82E0E789}" dt="2020-10-30T15:12:21.552" v="296" actId="26606"/>
          <ac:spMkLst>
            <pc:docMk/>
            <pc:sldMk cId="964660544" sldId="260"/>
            <ac:spMk id="129" creationId="{2633B3B5-CC90-43F0-8714-D31D1F3F0209}"/>
          </ac:spMkLst>
        </pc:spChg>
        <pc:spChg chg="add del">
          <ac:chgData name="Diogo Rafael Cunha Pereira" userId="41356203-1e84-4d71-862d-57204f6122a5" providerId="ADAL" clId="{EB0910E8-0166-48ED-9D86-18BD82E0E789}" dt="2020-10-30T15:12:21.552" v="296" actId="26606"/>
          <ac:spMkLst>
            <pc:docMk/>
            <pc:sldMk cId="964660544" sldId="260"/>
            <ac:spMk id="130" creationId="{A8D57A06-A426-446D-B02C-A2DC6B62E45E}"/>
          </ac:spMkLst>
        </pc:spChg>
        <pc:spChg chg="add del">
          <ac:chgData name="Diogo Rafael Cunha Pereira" userId="41356203-1e84-4d71-862d-57204f6122a5" providerId="ADAL" clId="{EB0910E8-0166-48ED-9D86-18BD82E0E789}" dt="2020-10-30T15:13:11.400" v="313" actId="26606"/>
          <ac:spMkLst>
            <pc:docMk/>
            <pc:sldMk cId="964660544" sldId="260"/>
            <ac:spMk id="132" creationId="{AB8C311F-7253-4AED-9701-7FC0708C41C7}"/>
          </ac:spMkLst>
        </pc:spChg>
        <pc:spChg chg="add del">
          <ac:chgData name="Diogo Rafael Cunha Pereira" userId="41356203-1e84-4d71-862d-57204f6122a5" providerId="ADAL" clId="{EB0910E8-0166-48ED-9D86-18BD82E0E789}" dt="2020-10-30T15:13:11.400" v="313" actId="26606"/>
          <ac:spMkLst>
            <pc:docMk/>
            <pc:sldMk cId="964660544" sldId="260"/>
            <ac:spMk id="133" creationId="{FD073016-B734-483B-8953-5BADEE145112}"/>
          </ac:spMkLst>
        </pc:spChg>
        <pc:spChg chg="add del">
          <ac:chgData name="Diogo Rafael Cunha Pereira" userId="41356203-1e84-4d71-862d-57204f6122a5" providerId="ADAL" clId="{EB0910E8-0166-48ED-9D86-18BD82E0E789}" dt="2020-10-30T15:13:11.400" v="313" actId="26606"/>
          <ac:spMkLst>
            <pc:docMk/>
            <pc:sldMk cId="964660544" sldId="260"/>
            <ac:spMk id="134" creationId="{90A7EAB6-59D3-4325-8DE6-E0CA4009CE53}"/>
          </ac:spMkLst>
        </pc:spChg>
        <pc:spChg chg="add del">
          <ac:chgData name="Diogo Rafael Cunha Pereira" userId="41356203-1e84-4d71-862d-57204f6122a5" providerId="ADAL" clId="{EB0910E8-0166-48ED-9D86-18BD82E0E789}" dt="2020-10-30T15:13:11.400" v="313" actId="26606"/>
          <ac:spMkLst>
            <pc:docMk/>
            <pc:sldMk cId="964660544" sldId="260"/>
            <ac:spMk id="135" creationId="{A8D57A06-A426-446D-B02C-A2DC6B62E45E}"/>
          </ac:spMkLst>
        </pc:spChg>
        <pc:spChg chg="add del">
          <ac:chgData name="Diogo Rafael Cunha Pereira" userId="41356203-1e84-4d71-862d-57204f6122a5" providerId="ADAL" clId="{EB0910E8-0166-48ED-9D86-18BD82E0E789}" dt="2020-10-30T15:13:01.263" v="308" actId="26606"/>
          <ac:spMkLst>
            <pc:docMk/>
            <pc:sldMk cId="964660544" sldId="260"/>
            <ac:spMk id="137" creationId="{32BC26D8-82FB-445E-AA49-62A77D7C1EE0}"/>
          </ac:spMkLst>
        </pc:spChg>
        <pc:spChg chg="add del">
          <ac:chgData name="Diogo Rafael Cunha Pereira" userId="41356203-1e84-4d71-862d-57204f6122a5" providerId="ADAL" clId="{EB0910E8-0166-48ED-9D86-18BD82E0E789}" dt="2020-10-30T15:13:11.396" v="312" actId="26606"/>
          <ac:spMkLst>
            <pc:docMk/>
            <pc:sldMk cId="964660544" sldId="260"/>
            <ac:spMk id="138" creationId="{AB8C311F-7253-4AED-9701-7FC0708C41C7}"/>
          </ac:spMkLst>
        </pc:spChg>
        <pc:spChg chg="add del">
          <ac:chgData name="Diogo Rafael Cunha Pereira" userId="41356203-1e84-4d71-862d-57204f6122a5" providerId="ADAL" clId="{EB0910E8-0166-48ED-9D86-18BD82E0E789}" dt="2020-10-30T15:13:11.396" v="312" actId="26606"/>
          <ac:spMkLst>
            <pc:docMk/>
            <pc:sldMk cId="964660544" sldId="260"/>
            <ac:spMk id="139" creationId="{E2384209-CB15-4CDF-9D31-C44FD9A3F20D}"/>
          </ac:spMkLst>
        </pc:spChg>
        <pc:spChg chg="add del">
          <ac:chgData name="Diogo Rafael Cunha Pereira" userId="41356203-1e84-4d71-862d-57204f6122a5" providerId="ADAL" clId="{EB0910E8-0166-48ED-9D86-18BD82E0E789}" dt="2020-10-30T15:13:11.396" v="312" actId="26606"/>
          <ac:spMkLst>
            <pc:docMk/>
            <pc:sldMk cId="964660544" sldId="260"/>
            <ac:spMk id="140" creationId="{2633B3B5-CC90-43F0-8714-D31D1F3F0209}"/>
          </ac:spMkLst>
        </pc:spChg>
        <pc:spChg chg="add del">
          <ac:chgData name="Diogo Rafael Cunha Pereira" userId="41356203-1e84-4d71-862d-57204f6122a5" providerId="ADAL" clId="{EB0910E8-0166-48ED-9D86-18BD82E0E789}" dt="2020-10-30T15:33:45.327" v="609" actId="26606"/>
          <ac:spMkLst>
            <pc:docMk/>
            <pc:sldMk cId="964660544" sldId="260"/>
            <ac:spMk id="142" creationId="{CA815F2C-4E80-4019-8E59-FAD3F7F8473D}"/>
          </ac:spMkLst>
        </pc:spChg>
        <pc:spChg chg="add del">
          <ac:chgData name="Diogo Rafael Cunha Pereira" userId="41356203-1e84-4d71-862d-57204f6122a5" providerId="ADAL" clId="{EB0910E8-0166-48ED-9D86-18BD82E0E789}" dt="2020-10-30T15:33:44.246" v="606" actId="26606"/>
          <ac:spMkLst>
            <pc:docMk/>
            <pc:sldMk cId="964660544" sldId="260"/>
            <ac:spMk id="144" creationId="{F3060C83-F051-4F0E-ABAD-AA0DFC48B218}"/>
          </ac:spMkLst>
        </pc:spChg>
        <pc:spChg chg="add del">
          <ac:chgData name="Diogo Rafael Cunha Pereira" userId="41356203-1e84-4d71-862d-57204f6122a5" providerId="ADAL" clId="{EB0910E8-0166-48ED-9D86-18BD82E0E789}" dt="2020-10-30T15:33:44.246" v="606" actId="26606"/>
          <ac:spMkLst>
            <pc:docMk/>
            <pc:sldMk cId="964660544" sldId="260"/>
            <ac:spMk id="145" creationId="{83C98ABE-055B-441F-B07E-44F97F083C39}"/>
          </ac:spMkLst>
        </pc:spChg>
        <pc:spChg chg="add del">
          <ac:chgData name="Diogo Rafael Cunha Pereira" userId="41356203-1e84-4d71-862d-57204f6122a5" providerId="ADAL" clId="{EB0910E8-0166-48ED-9D86-18BD82E0E789}" dt="2020-10-30T15:33:44.246" v="606" actId="26606"/>
          <ac:spMkLst>
            <pc:docMk/>
            <pc:sldMk cId="964660544" sldId="260"/>
            <ac:spMk id="146" creationId="{3783CA14-24A1-485C-8B30-D6A5D87987AD}"/>
          </ac:spMkLst>
        </pc:spChg>
        <pc:spChg chg="add del">
          <ac:chgData name="Diogo Rafael Cunha Pereira" userId="41356203-1e84-4d71-862d-57204f6122a5" providerId="ADAL" clId="{EB0910E8-0166-48ED-9D86-18BD82E0E789}" dt="2020-10-30T15:33:44.246" v="606" actId="26606"/>
          <ac:spMkLst>
            <pc:docMk/>
            <pc:sldMk cId="964660544" sldId="260"/>
            <ac:spMk id="147" creationId="{9A97C86A-04D6-40F7-AE84-31AB43E6A846}"/>
          </ac:spMkLst>
        </pc:spChg>
        <pc:spChg chg="add del">
          <ac:chgData name="Diogo Rafael Cunha Pereira" userId="41356203-1e84-4d71-862d-57204f6122a5" providerId="ADAL" clId="{EB0910E8-0166-48ED-9D86-18BD82E0E789}" dt="2020-10-30T15:33:44.246" v="606" actId="26606"/>
          <ac:spMkLst>
            <pc:docMk/>
            <pc:sldMk cId="964660544" sldId="260"/>
            <ac:spMk id="148" creationId="{FF9F2414-84E8-453E-B1F3-389FDE8192D9}"/>
          </ac:spMkLst>
        </pc:spChg>
        <pc:spChg chg="add del">
          <ac:chgData name="Diogo Rafael Cunha Pereira" userId="41356203-1e84-4d71-862d-57204f6122a5" providerId="ADAL" clId="{EB0910E8-0166-48ED-9D86-18BD82E0E789}" dt="2020-10-30T15:33:44.246" v="606" actId="26606"/>
          <ac:spMkLst>
            <pc:docMk/>
            <pc:sldMk cId="964660544" sldId="260"/>
            <ac:spMk id="149" creationId="{3ECA69A1-7536-43AC-85EF-C7106179F5ED}"/>
          </ac:spMkLst>
        </pc:spChg>
        <pc:spChg chg="add del">
          <ac:chgData name="Diogo Rafael Cunha Pereira" userId="41356203-1e84-4d71-862d-57204f6122a5" providerId="ADAL" clId="{EB0910E8-0166-48ED-9D86-18BD82E0E789}" dt="2020-10-30T15:33:45.277" v="608" actId="26606"/>
          <ac:spMkLst>
            <pc:docMk/>
            <pc:sldMk cId="964660544" sldId="260"/>
            <ac:spMk id="151" creationId="{32BC26D8-82FB-445E-AA49-62A77D7C1EE0}"/>
          </ac:spMkLst>
        </pc:spChg>
        <pc:spChg chg="add del">
          <ac:chgData name="Diogo Rafael Cunha Pereira" userId="41356203-1e84-4d71-862d-57204f6122a5" providerId="ADAL" clId="{EB0910E8-0166-48ED-9D86-18BD82E0E789}" dt="2020-10-30T15:33:45.277" v="608" actId="26606"/>
          <ac:spMkLst>
            <pc:docMk/>
            <pc:sldMk cId="964660544" sldId="260"/>
            <ac:spMk id="152" creationId="{CB44330D-EA18-4254-AA95-EB49948539B8}"/>
          </ac:spMkLst>
        </pc:spChg>
        <pc:spChg chg="add">
          <ac:chgData name="Diogo Rafael Cunha Pereira" userId="41356203-1e84-4d71-862d-57204f6122a5" providerId="ADAL" clId="{EB0910E8-0166-48ED-9D86-18BD82E0E789}" dt="2020-10-30T15:33:45.327" v="609" actId="26606"/>
          <ac:spMkLst>
            <pc:docMk/>
            <pc:sldMk cId="964660544" sldId="260"/>
            <ac:spMk id="154" creationId="{F3060C83-F051-4F0E-ABAD-AA0DFC48B218}"/>
          </ac:spMkLst>
        </pc:spChg>
        <pc:spChg chg="add">
          <ac:chgData name="Diogo Rafael Cunha Pereira" userId="41356203-1e84-4d71-862d-57204f6122a5" providerId="ADAL" clId="{EB0910E8-0166-48ED-9D86-18BD82E0E789}" dt="2020-10-30T15:33:45.327" v="609" actId="26606"/>
          <ac:spMkLst>
            <pc:docMk/>
            <pc:sldMk cId="964660544" sldId="260"/>
            <ac:spMk id="155" creationId="{83C98ABE-055B-441F-B07E-44F97F083C39}"/>
          </ac:spMkLst>
        </pc:spChg>
        <pc:spChg chg="add">
          <ac:chgData name="Diogo Rafael Cunha Pereira" userId="41356203-1e84-4d71-862d-57204f6122a5" providerId="ADAL" clId="{EB0910E8-0166-48ED-9D86-18BD82E0E789}" dt="2020-10-30T15:33:45.327" v="609" actId="26606"/>
          <ac:spMkLst>
            <pc:docMk/>
            <pc:sldMk cId="964660544" sldId="260"/>
            <ac:spMk id="156" creationId="{29FDB030-9B49-4CED-8CCD-4D99382388AC}"/>
          </ac:spMkLst>
        </pc:spChg>
        <pc:spChg chg="add">
          <ac:chgData name="Diogo Rafael Cunha Pereira" userId="41356203-1e84-4d71-862d-57204f6122a5" providerId="ADAL" clId="{EB0910E8-0166-48ED-9D86-18BD82E0E789}" dt="2020-10-30T15:33:45.327" v="609" actId="26606"/>
          <ac:spMkLst>
            <pc:docMk/>
            <pc:sldMk cId="964660544" sldId="260"/>
            <ac:spMk id="157" creationId="{3783CA14-24A1-485C-8B30-D6A5D87987AD}"/>
          </ac:spMkLst>
        </pc:spChg>
        <pc:spChg chg="add">
          <ac:chgData name="Diogo Rafael Cunha Pereira" userId="41356203-1e84-4d71-862d-57204f6122a5" providerId="ADAL" clId="{EB0910E8-0166-48ED-9D86-18BD82E0E789}" dt="2020-10-30T15:33:45.327" v="609" actId="26606"/>
          <ac:spMkLst>
            <pc:docMk/>
            <pc:sldMk cId="964660544" sldId="260"/>
            <ac:spMk id="158" creationId="{9A97C86A-04D6-40F7-AE84-31AB43E6A846}"/>
          </ac:spMkLst>
        </pc:spChg>
        <pc:spChg chg="add">
          <ac:chgData name="Diogo Rafael Cunha Pereira" userId="41356203-1e84-4d71-862d-57204f6122a5" providerId="ADAL" clId="{EB0910E8-0166-48ED-9D86-18BD82E0E789}" dt="2020-10-30T15:33:45.327" v="609" actId="26606"/>
          <ac:spMkLst>
            <pc:docMk/>
            <pc:sldMk cId="964660544" sldId="260"/>
            <ac:spMk id="159" creationId="{FF9F2414-84E8-453E-B1F3-389FDE8192D9}"/>
          </ac:spMkLst>
        </pc:spChg>
        <pc:spChg chg="add">
          <ac:chgData name="Diogo Rafael Cunha Pereira" userId="41356203-1e84-4d71-862d-57204f6122a5" providerId="ADAL" clId="{EB0910E8-0166-48ED-9D86-18BD82E0E789}" dt="2020-10-30T15:33:45.327" v="609" actId="26606"/>
          <ac:spMkLst>
            <pc:docMk/>
            <pc:sldMk cId="964660544" sldId="260"/>
            <ac:spMk id="160" creationId="{3ECA69A1-7536-43AC-85EF-C7106179F5ED}"/>
          </ac:spMkLst>
        </pc:spChg>
        <pc:grpChg chg="add del">
          <ac:chgData name="Diogo Rafael Cunha Pereira" userId="41356203-1e84-4d71-862d-57204f6122a5" providerId="ADAL" clId="{EB0910E8-0166-48ED-9D86-18BD82E0E789}" dt="2020-10-30T15:10:17.981" v="242" actId="26606"/>
          <ac:grpSpMkLst>
            <pc:docMk/>
            <pc:sldMk cId="964660544" sldId="260"/>
            <ac:grpSpMk id="39" creationId="{DB88BD78-87E1-424D-B479-C37D8E41B12E}"/>
          </ac:grpSpMkLst>
        </pc:grpChg>
        <pc:grpChg chg="add del">
          <ac:chgData name="Diogo Rafael Cunha Pereira" userId="41356203-1e84-4d71-862d-57204f6122a5" providerId="ADAL" clId="{EB0910E8-0166-48ED-9D86-18BD82E0E789}" dt="2020-10-30T15:10:37.113" v="266" actId="26606"/>
          <ac:grpSpMkLst>
            <pc:docMk/>
            <pc:sldMk cId="964660544" sldId="260"/>
            <ac:grpSpMk id="85" creationId="{E8C5FC48-0A3C-4D6D-A0D5-EEE93213DBBE}"/>
          </ac:grpSpMkLst>
        </pc:grpChg>
        <pc:grpChg chg="add del">
          <ac:chgData name="Diogo Rafael Cunha Pereira" userId="41356203-1e84-4d71-862d-57204f6122a5" providerId="ADAL" clId="{EB0910E8-0166-48ED-9D86-18BD82E0E789}" dt="2020-10-30T15:10:40.901" v="272" actId="26606"/>
          <ac:grpSpMkLst>
            <pc:docMk/>
            <pc:sldMk cId="964660544" sldId="260"/>
            <ac:grpSpMk id="95" creationId="{D3706AFB-4AF0-430C-8FBE-C38C0F839661}"/>
          </ac:grpSpMkLst>
        </pc:grpChg>
        <pc:grpChg chg="add del">
          <ac:chgData name="Diogo Rafael Cunha Pereira" userId="41356203-1e84-4d71-862d-57204f6122a5" providerId="ADAL" clId="{EB0910E8-0166-48ED-9D86-18BD82E0E789}" dt="2020-10-30T15:12:18.370" v="292" actId="26606"/>
          <ac:grpSpMkLst>
            <pc:docMk/>
            <pc:sldMk cId="964660544" sldId="260"/>
            <ac:grpSpMk id="120" creationId="{DB88BD78-87E1-424D-B479-C37D8E41B12E}"/>
          </ac:grpSpMkLst>
        </pc:grpChg>
        <pc:picChg chg="add del mod modCrop">
          <ac:chgData name="Diogo Rafael Cunha Pereira" userId="41356203-1e84-4d71-862d-57204f6122a5" providerId="ADAL" clId="{EB0910E8-0166-48ED-9D86-18BD82E0E789}" dt="2020-10-30T15:30:35.834" v="596" actId="478"/>
          <ac:picMkLst>
            <pc:docMk/>
            <pc:sldMk cId="964660544" sldId="260"/>
            <ac:picMk id="5" creationId="{99DBEC88-636A-4B5A-AE28-1BA68C400D2A}"/>
          </ac:picMkLst>
        </pc:picChg>
        <pc:picChg chg="add del">
          <ac:chgData name="Diogo Rafael Cunha Pereira" userId="41356203-1e84-4d71-862d-57204f6122a5" providerId="ADAL" clId="{EB0910E8-0166-48ED-9D86-18BD82E0E789}" dt="2020-10-30T15:03:37.021" v="104" actId="26606"/>
          <ac:picMkLst>
            <pc:docMk/>
            <pc:sldMk cId="964660544" sldId="260"/>
            <ac:picMk id="35" creationId="{75554383-98AF-4A47-BB65-705FAAA4BE6A}"/>
          </ac:picMkLst>
        </pc:picChg>
        <pc:picChg chg="add del">
          <ac:chgData name="Diogo Rafael Cunha Pereira" userId="41356203-1e84-4d71-862d-57204f6122a5" providerId="ADAL" clId="{EB0910E8-0166-48ED-9D86-18BD82E0E789}" dt="2020-10-30T15:10:20.642" v="244" actId="26606"/>
          <ac:picMkLst>
            <pc:docMk/>
            <pc:sldMk cId="964660544" sldId="260"/>
            <ac:picMk id="45" creationId="{75554383-98AF-4A47-BB65-705FAAA4BE6A}"/>
          </ac:picMkLst>
        </pc:picChg>
        <pc:picChg chg="add del mod ord modCrop">
          <ac:chgData name="Diogo Rafael Cunha Pereira" userId="41356203-1e84-4d71-862d-57204f6122a5" providerId="ADAL" clId="{EB0910E8-0166-48ED-9D86-18BD82E0E789}" dt="2020-10-30T15:36:46.308" v="649" actId="478"/>
          <ac:picMkLst>
            <pc:docMk/>
            <pc:sldMk cId="964660544" sldId="260"/>
            <ac:picMk id="50" creationId="{C0A70560-D38B-49AD-AC85-61BD7EA98359}"/>
          </ac:picMkLst>
        </pc:picChg>
        <pc:picChg chg="add mod ord modCrop">
          <ac:chgData name="Diogo Rafael Cunha Pereira" userId="41356203-1e84-4d71-862d-57204f6122a5" providerId="ADAL" clId="{EB0910E8-0166-48ED-9D86-18BD82E0E789}" dt="2020-10-30T15:43:57.041" v="700" actId="1076"/>
          <ac:picMkLst>
            <pc:docMk/>
            <pc:sldMk cId="964660544" sldId="260"/>
            <ac:picMk id="60" creationId="{AA21F25A-81CA-41B3-8441-BE5F60E12A91}"/>
          </ac:picMkLst>
        </pc:picChg>
        <pc:cxnChg chg="add del">
          <ac:chgData name="Diogo Rafael Cunha Pereira" userId="41356203-1e84-4d71-862d-57204f6122a5" providerId="ADAL" clId="{EB0910E8-0166-48ED-9D86-18BD82E0E789}" dt="2020-10-30T15:10:38.778" v="268" actId="26606"/>
          <ac:cxnSpMkLst>
            <pc:docMk/>
            <pc:sldMk cId="964660544" sldId="260"/>
            <ac:cxnSpMk id="89" creationId="{E12350F3-DB83-413A-980B-1CEB9249866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9E2C2A-EB12-424F-899D-F3179C4F21C2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1C5834-BC77-4B61-97BF-302EDCC610AA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42136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Até no caso do covid, como vocês sabem, que como vocês sabem foi a razão do isolamento que passámos e do aumento do teletrabalho, durante esse período de tempo em que tivemos em confinamento conseguimos atrasar a propagação do vírus.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1C5834-BC77-4B61-97BF-302EDCC610AA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5903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Como podem ver por este gráfico, na semana 41 de 2020 a taxa de incidência de gripe foi de 0 por cada 100 mil habitantes, enquanto que em 2019 nessa mesma semana existiam 3,31 pessoas por 100 </a:t>
            </a:r>
            <a:r>
              <a:rPr lang="pt-PT"/>
              <a:t>mil habitantes.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1C5834-BC77-4B61-97BF-302EDCC610AA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5704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E07A7B-C173-4BA6-B904-63F9BD996B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ECD0E98-EE24-4473-B706-690BE7FED1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5197B2C-FEA2-4A2C-B0AB-CEE97D912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9C25F17-DB24-47AB-90F6-DA610EECB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586EFF63-AAF0-409A-81DC-964F96A0C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93950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EDC38-A8CC-4F80-BC1A-7A1960343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D79EC9C-92CE-4085-ACCF-E0B49CE7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AEE4FFC-7979-4FB4-9FD9-C6C799AA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9B91C47-A10E-4092-AC0D-115B4938D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3C93433-E306-4386-8FF9-63F139ED9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62073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9FDA0-3F01-4515-9CF3-868D70A4F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9ED48BE-583C-4CCF-8741-A384B35C4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C250A7A-6EE3-4A0B-9908-AF2B2F9A0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48FBE72F-B8AA-4906-B0D5-404B5B002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207501B-58A0-405D-ACF2-0E62CFC9C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32923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390D8F-5F1F-4296-8405-A1641E70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2A37434-E4FC-4462-BCF4-C0DE644F13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AECF1C6-D112-4462-9367-95C8A1655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A17AEE1A-957C-4D2B-8A99-926195270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177CE4A-1711-4CD3-AA58-08CE09738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BE65D452-F540-4E6C-998E-D8121C52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90268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AA21F-59B0-4385-AF25-E5A81FAEE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4FB36E1E-B849-4303-8E44-9C545E6AE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52E804B-6FAD-4603-A461-07CA1F60A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8FF8BAF6-D30B-4546-BDB7-016CB9B827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62D51EA2-50C9-4007-B14F-B7B4F5256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9A0795DE-20FB-458B-AABB-8B9BA17A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D5AC560A-F3C9-4421-9DBC-D556EC5E8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F885A65E-261C-4547-9157-4116D1A57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39768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2017C-D409-475A-AAFA-C886B2349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27337739-4329-40B3-A9B8-35FC6968C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A25CEC21-7874-4116-9E0A-248935C36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5276BC5B-4D49-4BF2-BCFB-367344B5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01726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A94A675-DE56-4520-9508-DEA252978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D57FAA8E-FFDA-4A1E-A255-A455B1729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3BAF487-2CEB-4F07-8190-6068F08B8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4525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BF9502-4133-4357-94FB-B87A3C15D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13980F3-1F4A-4111-B94E-C2D5B61F5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37EA43BA-57BD-4CAA-982B-5B862BBF22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39B2CF3-C4AA-4122-89F0-A9857140D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7650FEAE-FB4F-4D61-9497-7E85E766C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8176961-2B95-4A88-AFE3-BCE49E480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70934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EF273-9F03-46D6-BB71-611D21BF4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CAFFB0A8-1DB5-4FF8-90C5-8AD3F5D7CD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16B9DCBA-DF6D-435E-B0D6-FC0980A8EC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CA29084C-A4DC-4048-891E-4DCE68DAD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8FC9F421-B15B-4187-89E5-A7460D4FF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28035F3D-8E9C-4891-B8F6-1AA4D556E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66077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2C0E93-2FD7-4F4F-B392-23E75A683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092893DF-C3B2-4322-A384-6274BF5241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15015F7-030A-4A99-8468-256D8D8BC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7C5BD02-3DF9-49FC-9F56-7EFE5DA4E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E4E813F-6D5A-4983-845D-BA27547BF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47514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A82A1B9-B240-4105-BC17-31F06D7CEB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71E249D-2DDB-495B-BD19-670ED45CCE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26191A5-1620-4C88-8EBF-8762BB9C2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4FCF53D-B5E1-452F-848B-4DE4FF6C0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5F406F6-4AA5-4278-91BD-0FD683E43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98758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026CD04C-4209-46A2-8AE9-B1B90EF9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8484B850-79E7-405C-ADA8-823601C2C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A28424A3-6311-476B-A4D5-F6862B74CB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E4EAE-EE9A-439C-BAE3-96C9A343E195}" type="datetimeFigureOut">
              <a:rPr lang="pt-PT" smtClean="0"/>
              <a:t>30/10/2020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57532C4-0485-4DD8-8A3E-EF41E8910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32FDCD3-7B51-4909-BD74-F2DD66CC75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91956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huequitosdesol.blogspot.com/2017/06/dejar-de-lado-los-amigos-puede-ser-tan.html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26">
            <a:extLst>
              <a:ext uri="{FF2B5EF4-FFF2-40B4-BE49-F238E27FC236}">
                <a16:creationId xmlns:a16="http://schemas.microsoft.com/office/drawing/2014/main" id="{75F4D120-3921-42A8-A063-46B023CB0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 descr="Uma imagem com exterior, desporto&#10;&#10;Descrição gerada automaticamente">
            <a:extLst>
              <a:ext uri="{FF2B5EF4-FFF2-40B4-BE49-F238E27FC236}">
                <a16:creationId xmlns:a16="http://schemas.microsoft.com/office/drawing/2014/main" id="{1B5AA10B-FD34-4E28-84B3-D446C4D052E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2442" r="10289" b="-1"/>
          <a:stretch/>
        </p:blipFill>
        <p:spPr>
          <a:xfrm>
            <a:off x="4476307" y="595421"/>
            <a:ext cx="7715693" cy="5658438"/>
          </a:xfrm>
          <a:prstGeom prst="rect">
            <a:avLst/>
          </a:prstGeom>
        </p:spPr>
      </p:pic>
      <p:pic>
        <p:nvPicPr>
          <p:cNvPr id="85" name="Picture 28">
            <a:extLst>
              <a:ext uri="{FF2B5EF4-FFF2-40B4-BE49-F238E27FC236}">
                <a16:creationId xmlns:a16="http://schemas.microsoft.com/office/drawing/2014/main" id="{9D01B3E5-85F4-41A9-A504-D5E6268DE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729"/>
          <a:stretch>
            <a:fillRect/>
          </a:stretch>
        </p:blipFill>
        <p:spPr>
          <a:xfrm>
            <a:off x="3466214" y="550975"/>
            <a:ext cx="8725786" cy="5756049"/>
          </a:xfrm>
          <a:custGeom>
            <a:avLst/>
            <a:gdLst>
              <a:gd name="connsiteX0" fmla="*/ 0 w 8725786"/>
              <a:gd name="connsiteY0" fmla="*/ 0 h 5756049"/>
              <a:gd name="connsiteX1" fmla="*/ 8725786 w 8725786"/>
              <a:gd name="connsiteY1" fmla="*/ 0 h 5756049"/>
              <a:gd name="connsiteX2" fmla="*/ 8725786 w 8725786"/>
              <a:gd name="connsiteY2" fmla="*/ 5756049 h 5756049"/>
              <a:gd name="connsiteX3" fmla="*/ 0 w 8725786"/>
              <a:gd name="connsiteY3" fmla="*/ 5756049 h 5756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725786" h="5756049">
                <a:moveTo>
                  <a:pt x="0" y="0"/>
                </a:moveTo>
                <a:lnTo>
                  <a:pt x="8725786" y="0"/>
                </a:lnTo>
                <a:lnTo>
                  <a:pt x="8725786" y="5756049"/>
                </a:lnTo>
                <a:lnTo>
                  <a:pt x="0" y="5756049"/>
                </a:lnTo>
                <a:close/>
              </a:path>
            </a:pathLst>
          </a:cu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B8384E43-4340-4DAD-A6F4-1CDE0B2E3F79}"/>
              </a:ext>
            </a:extLst>
          </p:cNvPr>
          <p:cNvSpPr/>
          <p:nvPr/>
        </p:nvSpPr>
        <p:spPr>
          <a:xfrm>
            <a:off x="804484" y="2546823"/>
            <a:ext cx="3948269" cy="23838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cap="none" spc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000000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Vantagens na sociedade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283CD52-7E0A-4BFD-B454-B14B6D8E2301}"/>
              </a:ext>
            </a:extLst>
          </p:cNvPr>
          <p:cNvSpPr txBox="1"/>
          <p:nvPr/>
        </p:nvSpPr>
        <p:spPr>
          <a:xfrm>
            <a:off x="8929568" y="6053804"/>
            <a:ext cx="3262432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pt-PT" sz="700">
                <a:solidFill>
                  <a:srgbClr val="FFFFFF"/>
                </a:solidFill>
              </a:rPr>
              <a:t>A imagem </a:t>
            </a:r>
            <a:r>
              <a:rPr lang="pt-PT" sz="700">
                <a:solidFill>
                  <a:srgbClr val="FFFFFF"/>
                </a:solidFill>
                <a:hlinkClick r:id="rId3" tooltip="http://huequitosdesol.blogspot.com/2017/06/dejar-de-lado-los-amigos-puede-ser-tan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Esta Fotografia</a:t>
            </a:r>
            <a:r>
              <a:rPr lang="pt-PT" sz="700">
                <a:solidFill>
                  <a:srgbClr val="FFFFFF"/>
                </a:solidFill>
              </a:rPr>
              <a:t> de Autor Desconhecido está licenciada ao abrigo da </a:t>
            </a:r>
            <a:r>
              <a:rPr lang="pt-PT" sz="700">
                <a:solidFill>
                  <a:srgbClr val="FFFFFF"/>
                </a:solidFill>
                <a:hlinkClick r:id="rId5" tooltip="https://creativecommons.org/licenses/by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</a:t>
            </a:r>
            <a:endParaRPr lang="pt-PT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282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13">
            <a:extLst>
              <a:ext uri="{FF2B5EF4-FFF2-40B4-BE49-F238E27FC236}">
                <a16:creationId xmlns:a16="http://schemas.microsoft.com/office/drawing/2014/main" id="{23962611-DFD5-4092-AAFD-559E3DFCE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5488" y="0"/>
            <a:ext cx="10910292" cy="6858000"/>
          </a:xfrm>
          <a:prstGeom prst="rect">
            <a:avLst/>
          </a:prstGeom>
          <a:gradFill>
            <a:gsLst>
              <a:gs pos="0">
                <a:schemeClr val="accent1">
                  <a:lumMod val="90000"/>
                </a:schemeClr>
              </a:gs>
              <a:gs pos="25000">
                <a:schemeClr val="accent1">
                  <a:lumMod val="90000"/>
                </a:schemeClr>
              </a:gs>
              <a:gs pos="94000">
                <a:schemeClr val="bg2">
                  <a:lumMod val="25000"/>
                </a:schemeClr>
              </a:gs>
              <a:gs pos="100000">
                <a:schemeClr val="bg2">
                  <a:lumMod val="2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270F1FA-0425-408F-9861-80BF5AFB2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07A4C67-1A4B-4FCF-BFC5-20D694F2A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5368" y="2043663"/>
            <a:ext cx="6105194" cy="203105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1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Doenças</a:t>
            </a:r>
          </a:p>
        </p:txBody>
      </p:sp>
    </p:spTree>
    <p:extLst>
      <p:ext uri="{BB962C8B-B14F-4D97-AF65-F5344CB8AC3E}">
        <p14:creationId xmlns:p14="http://schemas.microsoft.com/office/powerpoint/2010/main" val="2276757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7">
            <a:extLst>
              <a:ext uri="{FF2B5EF4-FFF2-40B4-BE49-F238E27FC236}">
                <a16:creationId xmlns:a16="http://schemas.microsoft.com/office/drawing/2014/main" id="{3B854194-185D-494D-905C-7C7CB2E3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608211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9">
            <a:extLst>
              <a:ext uri="{FF2B5EF4-FFF2-40B4-BE49-F238E27FC236}">
                <a16:creationId xmlns:a16="http://schemas.microsoft.com/office/drawing/2014/main" id="{B4F5FA0D-0104-4987-8241-EFF7C85B8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accent1">
                  <a:lumMod val="90000"/>
                </a:schemeClr>
              </a:gs>
              <a:gs pos="25000">
                <a:schemeClr val="accent1">
                  <a:lumMod val="90000"/>
                </a:schemeClr>
              </a:gs>
              <a:gs pos="94000">
                <a:schemeClr val="bg2">
                  <a:lumMod val="25000"/>
                </a:schemeClr>
              </a:gs>
              <a:gs pos="100000">
                <a:schemeClr val="bg2">
                  <a:lumMod val="2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11">
            <a:extLst>
              <a:ext uri="{FF2B5EF4-FFF2-40B4-BE49-F238E27FC236}">
                <a16:creationId xmlns:a16="http://schemas.microsoft.com/office/drawing/2014/main" id="{2897127E-6CEF-446C-BE87-93B7C46E4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75403C1-EA1D-4CE1-9D1F-3ACF49F11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2053641"/>
            <a:ext cx="3669161" cy="2760098"/>
          </a:xfrm>
        </p:spPr>
        <p:txBody>
          <a:bodyPr>
            <a:normAutofit/>
          </a:bodyPr>
          <a:lstStyle/>
          <a:p>
            <a:r>
              <a:rPr lang="pt-PT">
                <a:solidFill>
                  <a:srgbClr val="FFFFFF"/>
                </a:solidFill>
              </a:rPr>
              <a:t>Gripe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0CF6C28-3764-4749-8231-6E7CE40BB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801866"/>
            <a:ext cx="5306084" cy="5230634"/>
          </a:xfrm>
        </p:spPr>
        <p:txBody>
          <a:bodyPr anchor="ctr">
            <a:normAutofit/>
          </a:bodyPr>
          <a:lstStyle/>
          <a:p>
            <a:r>
              <a:rPr lang="pt-PT" sz="2400">
                <a:solidFill>
                  <a:srgbClr val="000000"/>
                </a:solidFill>
              </a:rPr>
              <a:t>Alguém com gripe pode espalhar gotículas infetadas a uma distância de até 1,8 metros.</a:t>
            </a:r>
          </a:p>
          <a:p>
            <a:r>
              <a:rPr lang="pt-PT" sz="2400">
                <a:solidFill>
                  <a:srgbClr val="000000"/>
                </a:solidFill>
              </a:rPr>
              <a:t>Devido ao isolamento social que estamos a passar hoje em dia e ao aumento do teletrabalho, é normal que o número de doentes com doenças infeciosas este ano tenha baixado.</a:t>
            </a:r>
          </a:p>
          <a:p>
            <a:endParaRPr lang="pt-PT" sz="2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24539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Rectangle 82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0" name="Imagem 59">
            <a:extLst>
              <a:ext uri="{FF2B5EF4-FFF2-40B4-BE49-F238E27FC236}">
                <a16:creationId xmlns:a16="http://schemas.microsoft.com/office/drawing/2014/main" id="{AA21F25A-81CA-41B3-8441-BE5F60E12A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0791" y="903494"/>
            <a:ext cx="10490417" cy="5726097"/>
          </a:xfrm>
          <a:prstGeom prst="rect">
            <a:avLst/>
          </a:prstGeom>
        </p:spPr>
      </p:pic>
      <p:sp>
        <p:nvSpPr>
          <p:cNvPr id="155" name="Freeform: Shape 84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6" name="Rectangle 86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88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Freeform: Shape 90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9" name="Isosceles Triangle 92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Isosceles Triangle 94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6605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154</Words>
  <Application>Microsoft Office PowerPoint</Application>
  <PresentationFormat>Ecrã Panorâmico</PresentationFormat>
  <Paragraphs>10</Paragraphs>
  <Slides>4</Slides>
  <Notes>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do Office</vt:lpstr>
      <vt:lpstr>Apresentação do PowerPoint</vt:lpstr>
      <vt:lpstr>Doenças</vt:lpstr>
      <vt:lpstr>Gripe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Diogo Rafael Cunha Pereira</dc:creator>
  <cp:lastModifiedBy>Diogo Rafael Cunha Pereira</cp:lastModifiedBy>
  <cp:revision>1</cp:revision>
  <dcterms:created xsi:type="dcterms:W3CDTF">2020-10-30T15:33:45Z</dcterms:created>
  <dcterms:modified xsi:type="dcterms:W3CDTF">2020-10-30T16:18:20Z</dcterms:modified>
</cp:coreProperties>
</file>