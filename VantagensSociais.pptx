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67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AD1671-880B-486A-98CF-FDFC62EB8A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000B68F-DB14-4797-9591-16C1CE5791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C6DC42D-FC3C-4C44-80D6-027D9F5FA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835F3-54C1-4FCE-BE96-6EE1873757D8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6464CE48-3AF6-4D4B-978B-9B819AB38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DD0BC91D-8DAC-4544-A3BC-BD4189F25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54E0D-1CE4-4661-870E-D66659D18F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90985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28460-FF1C-4BB6-A581-7F6C86315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8354329-EB75-4306-AB37-598303D814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B84E05F-D7A0-4835-A99E-6388CDDD5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835F3-54C1-4FCE-BE96-6EE1873757D8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EE77CEF-2F8B-4F1A-B9E3-C2854DD94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FD8209D-2156-497E-BE13-8172EE51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54E0D-1CE4-4661-870E-D66659D18F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51960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CEF2A0-3744-461A-B5E4-0D187397E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0F0F57AA-0D7A-4B2F-9A7D-206F60E31C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A9E07CB3-A72E-4815-A0A4-CA5212CA8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835F3-54C1-4FCE-BE96-6EE1873757D8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45382B54-4A93-41FB-AE6F-7254880C3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9F358D0-19DE-4A55-BA4C-93931C255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54E0D-1CE4-4661-870E-D66659D18F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947107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191693-20AA-41AE-A45F-11312B78B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DB8D7E5-7D2A-4AB0-8A70-945A8E9E16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8C359E41-9CD8-4BB5-BE49-9BDFA4AB3C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7A83B871-6E7D-4205-9B0E-8DC0D6544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835F3-54C1-4FCE-BE96-6EE1873757D8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C87D7464-83B4-4C82-8038-7DAF05798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CD487A17-DE34-458C-8A63-0FA8D4342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54E0D-1CE4-4661-870E-D66659D18F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91563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F200-97AD-49A2-A0B2-32CB34EFC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F6FB0696-E7A9-4071-BE32-7169B11F7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C15B0D92-1F93-46B6-9AA0-815F879724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EC13937E-027C-4185-9B71-480103F6A5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D6BCEBA7-8F25-4641-ACFE-EF0846A79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8DB7A981-B022-4C56-99B8-0D785EC70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835F3-54C1-4FCE-BE96-6EE1873757D8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47B7A602-D0D7-49E0-AF2D-0BE0CE69E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6E7F5C83-C6B3-414F-A139-6D2F5E1C3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54E0D-1CE4-4661-870E-D66659D18F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68629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32D2FA-B797-4404-A442-5F49CCB5E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870B6152-056A-4526-BCB0-18CBF6A1C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835F3-54C1-4FCE-BE96-6EE1873757D8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DF3F1B81-D401-425B-91E0-DEB7CCD7E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2FA521C2-7A2E-4E2F-AB41-24AEA6B13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54E0D-1CE4-4661-870E-D66659D18F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56819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94608EE0-E55B-4F3C-ABCF-F903324E2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835F3-54C1-4FCE-BE96-6EE1873757D8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26A9911C-390E-4AFD-9EB5-57C2E9E0F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E8A2952D-4CBB-4397-9A01-16FC26B5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54E0D-1CE4-4661-870E-D66659D18F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34271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158406-3B04-42B7-A933-870605A9F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61374122-E197-4855-8CD8-F96241B7C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66565B30-6F88-42C0-9E30-B92FB8E9AE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8452682A-F703-462A-9101-1C8E352F6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835F3-54C1-4FCE-BE96-6EE1873757D8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974D5664-B2E8-427F-90F0-D1378B72E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6BC8FD9-B615-4C79-A8F7-3E51C4724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54E0D-1CE4-4661-870E-D66659D18F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07817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A76F66-5595-400A-ABC6-00C59298A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6DAE67E4-74F3-4148-85C1-25EABF1419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970544DF-0EC4-4068-900D-5CA7D00CBF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1D43E954-8214-4D99-8474-1994287F0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835F3-54C1-4FCE-BE96-6EE1873757D8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F3F7B5D-A3BB-4FBF-9E78-E7C39D80F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0B67B99F-0E83-45C5-A2A5-BF71FF56B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54E0D-1CE4-4661-870E-D66659D18F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58223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7EDB93-3368-4D48-84E0-A2AA8E778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3D28B1B-5E6E-4AAA-AE5C-08E06F29C1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A6BDAC71-5076-4CEE-8342-E500BDED6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835F3-54C1-4FCE-BE96-6EE1873757D8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C4BC54E-EF24-4910-A870-7528D82D6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CCC8A4D-2C32-44A4-8A1A-680274280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54E0D-1CE4-4661-870E-D66659D18F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26549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E5281C9-F2D0-486A-82C0-A7ED23397E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F7D366EA-C2C5-4C14-8607-3DE0D0B020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280C5DAB-722A-48D7-8FB1-17969996A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835F3-54C1-4FCE-BE96-6EE1873757D8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2C31569E-8B08-41AF-9AB8-1F645ECE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6B9371DF-5C15-4A1B-AC67-D8EFCF427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54E0D-1CE4-4661-870E-D66659D18F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15492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C97F680B-F443-475C-848B-35121FF5F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F0D631FD-68AE-48CE-9CE4-A1898F0A9C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EAF3883-502E-4EA8-A7EF-5E5E8F7646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2835F3-54C1-4FCE-BE96-6EE1873757D8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1006D490-DC53-451C-8C77-46FF4BB230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A5FF0AF0-6A58-4A63-8872-E74F270D8D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854E0D-1CE4-4661-870E-D66659D18FA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12989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CA1D1A-8804-45BA-90AF-41CB408F01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72CC4AB-8706-4676-B194-A614EF6034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018065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0</Words>
  <Application>Microsoft Office PowerPoint</Application>
  <PresentationFormat>Ecrã Panorâmico</PresentationFormat>
  <Paragraphs>0</Paragraphs>
  <Slides>1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gabriel silva</dc:creator>
  <cp:lastModifiedBy>gabriel silva</cp:lastModifiedBy>
  <cp:revision>1</cp:revision>
  <dcterms:created xsi:type="dcterms:W3CDTF">2020-10-29T15:00:21Z</dcterms:created>
  <dcterms:modified xsi:type="dcterms:W3CDTF">2020-10-29T15:15:04Z</dcterms:modified>
</cp:coreProperties>
</file>