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4B8C8-9793-44DD-AE69-1D161FAA48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A2CB02E-0E54-4ED5-8178-761713CB3A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877DC4D-01FC-475F-A88F-FCC8695CC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342D2-A979-49C9-93D2-226E1A9F3DBB}" type="datetimeFigureOut">
              <a:rPr lang="pt-PT" smtClean="0"/>
              <a:t>29/10/2020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A5C1BEB-FB8D-4A5F-A1A4-5C2048B4D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3D3717D-6BBE-4369-8E7B-2B23AE7DF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729F-A6EF-4008-A0F0-A9B50C85C44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98612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DA07F0-DB07-4C4E-A471-52286B2CE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FEAEE6B-5612-4A2B-8369-52329EABB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09B0791-2B4C-4A76-8C0F-DE6D3C5E9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342D2-A979-49C9-93D2-226E1A9F3DBB}" type="datetimeFigureOut">
              <a:rPr lang="pt-PT" smtClean="0"/>
              <a:t>29/10/2020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20A6F1B-DD87-4BF4-9460-FC5F1BAFE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168AFDD-89BB-40F2-9018-D5D08C4C6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729F-A6EF-4008-A0F0-A9B50C85C44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02516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F222F9-35FE-41F6-B7FD-DC257814C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C3BEB14B-0F5B-472A-87B7-9D7B5E2A6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5E19D84-6FED-40E3-9B60-17A26B233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342D2-A979-49C9-93D2-226E1A9F3DBB}" type="datetimeFigureOut">
              <a:rPr lang="pt-PT" smtClean="0"/>
              <a:t>29/10/2020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B660AAD-6FFF-4DCE-8F5E-44A4EC498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19DF9E7-B37D-4D9B-A8FB-ADFBD92FB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729F-A6EF-4008-A0F0-A9B50C85C44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32589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942076-EC80-4F5F-B1A5-73952023A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AEC4519-183D-48D9-A110-0AC9FC495A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B28E9CC0-E2A5-4799-901B-77765AC773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07186C97-3D26-4560-A2F8-56232F66A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342D2-A979-49C9-93D2-226E1A9F3DBB}" type="datetimeFigureOut">
              <a:rPr lang="pt-PT" smtClean="0"/>
              <a:t>29/10/2020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BB3C64DB-9085-444D-BDBE-909FB8C53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2C7A8E76-38D3-4BC3-B239-9B2FF079F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729F-A6EF-4008-A0F0-A9B50C85C44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56989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533046-D384-4BAF-B0A7-89C1E208E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AA6AAC6-D341-41C2-A817-D11010E3D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546A5FAB-7EF2-4461-A160-B364461C14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653CEB41-0654-4518-93D8-1FE3D9B331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06DF7FC9-5017-4DBF-954C-E498E1B21A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BB08406B-598F-4163-8684-51692B6E0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342D2-A979-49C9-93D2-226E1A9F3DBB}" type="datetimeFigureOut">
              <a:rPr lang="pt-PT" smtClean="0"/>
              <a:t>29/10/2020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1653D652-0192-4495-8336-B2820E948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8CB53F1A-54C1-4F73-9767-3D9624D7F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729F-A6EF-4008-A0F0-A9B50C85C44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7843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A5FA8A-1C97-42EA-9ECC-DCF5B2B99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D292BBEC-24C0-4C28-B43B-E3A57189C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342D2-A979-49C9-93D2-226E1A9F3DBB}" type="datetimeFigureOut">
              <a:rPr lang="pt-PT" smtClean="0"/>
              <a:t>29/10/2020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A2E917BE-E53F-44DB-B1F0-FA9E0497F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4411498D-1655-4925-A267-640FA199B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729F-A6EF-4008-A0F0-A9B50C85C44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17726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B961ED50-371B-40A0-A0F1-DF6F6C5A3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342D2-A979-49C9-93D2-226E1A9F3DBB}" type="datetimeFigureOut">
              <a:rPr lang="pt-PT" smtClean="0"/>
              <a:t>29/10/2020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11B2B239-1070-4DCC-B975-176F9434E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8DF5B96-1F12-46D4-AAB9-AA71B8254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729F-A6EF-4008-A0F0-A9B50C85C44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97197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FC7055-3A17-4D9D-A5EB-F0CDB73DF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B8E1373-2336-41C5-AA6A-B75F3E412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2B032AE9-79C1-4811-93C6-637193F203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1DC987FC-D971-44D1-B610-9EC247B45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342D2-A979-49C9-93D2-226E1A9F3DBB}" type="datetimeFigureOut">
              <a:rPr lang="pt-PT" smtClean="0"/>
              <a:t>29/10/2020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01BA52BD-3D12-403C-841A-26E723D45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5800FCA0-8271-4033-B19E-950750A03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729F-A6EF-4008-A0F0-A9B50C85C44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46428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D31E5-ED14-4679-8211-E458AD1F1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3A17C3A6-6C83-4BED-B7EF-9522007FCA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D21C597B-85F9-4EF0-BD40-077E77314D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C89530E-2AE5-4F19-86C0-11629DB5A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342D2-A979-49C9-93D2-226E1A9F3DBB}" type="datetimeFigureOut">
              <a:rPr lang="pt-PT" smtClean="0"/>
              <a:t>29/10/2020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4126C5E4-1B8C-4A70-9C1A-15A81167F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F66BF133-E347-4123-AB2C-FFB4C5982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729F-A6EF-4008-A0F0-A9B50C85C44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79741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C46950-5014-4572-B232-08EFB77A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C0189E1C-1118-4BB2-893C-32DC45B874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6C7696C-910B-41F0-8ED2-3B7A6604F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342D2-A979-49C9-93D2-226E1A9F3DBB}" type="datetimeFigureOut">
              <a:rPr lang="pt-PT" smtClean="0"/>
              <a:t>29/10/2020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9F92475-1796-45A9-98AA-D31D1BD27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4340655-46F0-4427-87C9-65BACACE3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729F-A6EF-4008-A0F0-A9B50C85C44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78200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9D0DC2A-CC06-49DA-BAB4-F3F1977745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04F11BF5-26E2-47E7-B860-634E1CF5B4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AB3F704-A984-4B20-A875-0560C10A3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342D2-A979-49C9-93D2-226E1A9F3DBB}" type="datetimeFigureOut">
              <a:rPr lang="pt-PT" smtClean="0"/>
              <a:t>29/10/2020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6960794-0365-4065-95CC-EF7CFDE20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8085A69-3097-44D6-BBC7-772DD98AD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729F-A6EF-4008-A0F0-A9B50C85C44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57118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618CBDCB-5E85-47BE-AA41-8C5D09BC4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D02D1B38-04C5-44A1-B56C-9603BB773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AF33525-DD9F-4765-A1F7-019DE5ECF3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3342D2-A979-49C9-93D2-226E1A9F3DBB}" type="datetimeFigureOut">
              <a:rPr lang="pt-PT" smtClean="0"/>
              <a:t>29/10/2020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15034D7-917A-4A21-9050-E3B3A2E7FE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7186A5E-5C90-427F-B941-76ACC7180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F729F-A6EF-4008-A0F0-A9B50C85C44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07889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780019-70B1-4E7A-AEF5-949441D8CF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DEAE5F3-3242-4AE8-B2CF-A09644BA20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976237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Ecrã Panorâmico</PresentationFormat>
  <Paragraphs>0</Paragraphs>
  <Slides>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gabriel silva</dc:creator>
  <cp:lastModifiedBy>gabriel silva</cp:lastModifiedBy>
  <cp:revision>1</cp:revision>
  <dcterms:created xsi:type="dcterms:W3CDTF">2020-10-29T15:17:18Z</dcterms:created>
  <dcterms:modified xsi:type="dcterms:W3CDTF">2020-10-29T15:18:31Z</dcterms:modified>
</cp:coreProperties>
</file>