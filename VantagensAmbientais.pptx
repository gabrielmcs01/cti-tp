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99F81-9186-4162-B6B3-4818CEE101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BC4B74-9D47-42A9-A57C-389B49A048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E967D89-B005-434B-A77D-313390E0B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27801-B3BD-4AB6-8E8F-EC86E6BA9AA6}" type="datetimeFigureOut">
              <a:rPr lang="pt-PT" smtClean="0"/>
              <a:t>29/10/2020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C0061E6-AEC7-4813-97F0-BC98260EA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65EF162-4636-4DB5-A1FE-A96D42ADE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8339E-D4CA-44F3-ADEF-71AEA8C127D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18098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CBEF45-9CA3-46BD-A1E8-C302F78A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D31F60D-BF4C-405C-9DE5-D01123121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658DF46-94E6-494B-92B6-CD8B37333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27801-B3BD-4AB6-8E8F-EC86E6BA9AA6}" type="datetimeFigureOut">
              <a:rPr lang="pt-PT" smtClean="0"/>
              <a:t>29/10/2020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56ABE7E-7771-4BA9-BE68-1BCB4E8B3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E93B1A1-E67F-40FF-8E1E-7EF5F7317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8339E-D4CA-44F3-ADEF-71AEA8C127D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50489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3DEB7A-95B2-4801-B42A-6B7B901C8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6BF772C-A57B-40B7-8F24-BA196F3F9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B039091-D70B-4EF3-ADAD-F6FF2433A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27801-B3BD-4AB6-8E8F-EC86E6BA9AA6}" type="datetimeFigureOut">
              <a:rPr lang="pt-PT" smtClean="0"/>
              <a:t>29/10/2020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04D6606-81A8-4B86-ADB4-CC220D200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08D8FC7-E6EB-4C22-860C-D8E40048F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8339E-D4CA-44F3-ADEF-71AEA8C127D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30460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DBBE4F-CB77-4CD9-B3B0-976FA9EEB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2390AE5-DF16-4089-AAF1-DC81A606F3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DF719957-B6D3-47F6-ACCF-2E1B0A5E04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250E358D-D761-412E-B63F-78B7544BB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27801-B3BD-4AB6-8E8F-EC86E6BA9AA6}" type="datetimeFigureOut">
              <a:rPr lang="pt-PT" smtClean="0"/>
              <a:t>29/10/2020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D03A3B1-13F2-459A-A0A8-2552BEDFE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B9419906-6C45-4FE3-A335-BA265201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8339E-D4CA-44F3-ADEF-71AEA8C127D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8451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3921A1-A599-4515-86CD-DF64C36C0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A703269-F93E-4CAA-83C6-663FA19B1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43168BE8-3B0E-49C4-9860-3E56C8968B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A1B1877B-0143-4316-B884-3343D99600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EBBBE213-BF89-458A-8034-60AD9270F3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BCF07C54-523F-4F4D-90DB-71AA5C1F2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27801-B3BD-4AB6-8E8F-EC86E6BA9AA6}" type="datetimeFigureOut">
              <a:rPr lang="pt-PT" smtClean="0"/>
              <a:t>29/10/2020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5C5B5FD5-8C4A-462E-A356-75B68BDA3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59D64AB3-2439-4628-9B35-4DFE5382F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8339E-D4CA-44F3-ADEF-71AEA8C127D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07072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F58DDD-F32D-4312-B76A-807728012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7F36A964-02EB-4F48-A62C-9791C9F4C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27801-B3BD-4AB6-8E8F-EC86E6BA9AA6}" type="datetimeFigureOut">
              <a:rPr lang="pt-PT" smtClean="0"/>
              <a:t>29/10/2020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6AEAB677-D832-47F3-880A-EE11A0A49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1D12FE6A-0B47-4075-B426-286884A7D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8339E-D4CA-44F3-ADEF-71AEA8C127D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15471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3D3F1452-6F2F-4ECD-94D4-934CC830A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27801-B3BD-4AB6-8E8F-EC86E6BA9AA6}" type="datetimeFigureOut">
              <a:rPr lang="pt-PT" smtClean="0"/>
              <a:t>29/10/2020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037054B6-BFD4-4A16-8888-22C4C5A66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F64746A-E0A1-4758-8707-36B24DB5A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8339E-D4CA-44F3-ADEF-71AEA8C127D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02476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F7AF0-D44E-400E-95BC-0643A2475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0268F6B-C13C-49AE-80B4-6E929C838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E9C7F333-8CE4-4548-8196-0B7E461B6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C5B38741-279E-4FD7-BF74-CC3EA9701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27801-B3BD-4AB6-8E8F-EC86E6BA9AA6}" type="datetimeFigureOut">
              <a:rPr lang="pt-PT" smtClean="0"/>
              <a:t>29/10/2020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9B8A3DEC-5F79-4566-9C05-8F9C295FA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9D4B7E8A-6D4B-4247-9F94-BF4676790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8339E-D4CA-44F3-ADEF-71AEA8C127D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94479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98A7EE-5653-4561-BCC2-65F389407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D7CE2D54-00ED-46E0-8723-C6BBE16DA0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4FC3829A-0FEC-467A-B8D4-C834E79A4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D1256D3B-DF54-4538-B77D-DDC2B946C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27801-B3BD-4AB6-8E8F-EC86E6BA9AA6}" type="datetimeFigureOut">
              <a:rPr lang="pt-PT" smtClean="0"/>
              <a:t>29/10/2020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8A791303-DBA9-43A6-BC69-8EF9AA7D6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923CB4C-C856-41FC-8233-98313A69E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8339E-D4CA-44F3-ADEF-71AEA8C127D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92464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A15F33-F0ED-453C-9241-B7362735F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332747FF-A99E-4375-84DD-A8A9122B8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F55BC09-9548-4154-93BD-619C1D6CA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27801-B3BD-4AB6-8E8F-EC86E6BA9AA6}" type="datetimeFigureOut">
              <a:rPr lang="pt-PT" smtClean="0"/>
              <a:t>29/10/2020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B913751-F5DB-4372-8336-B529FAB7F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191DA5A-72D2-4C2A-9FC4-BC333A5EE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8339E-D4CA-44F3-ADEF-71AEA8C127D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65492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1AAF3A7-BC18-42C4-9364-9D176ADA05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9B6E3297-D381-4408-9BE5-ACA9B836B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D198C71-F7DB-42FA-8668-B28538FF5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27801-B3BD-4AB6-8E8F-EC86E6BA9AA6}" type="datetimeFigureOut">
              <a:rPr lang="pt-PT" smtClean="0"/>
              <a:t>29/10/2020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5FA2EB0-F87D-42C8-8E01-3676A8886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FFC862D-6063-4219-86A9-79945AB6A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8339E-D4CA-44F3-ADEF-71AEA8C127D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26508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2A9A0DE3-6077-4ECF-B88B-BDDC4FBBA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39E40AC-AF4D-4195-9B3F-DA3A9A039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DEC0D5C-E3FE-4394-932A-2314928257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27801-B3BD-4AB6-8E8F-EC86E6BA9AA6}" type="datetimeFigureOut">
              <a:rPr lang="pt-PT" smtClean="0"/>
              <a:t>29/10/2020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0280A8C-1104-42C6-936D-1AF8C97DBB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33BD567-8F12-47CF-A268-8AA47497AC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8339E-D4CA-44F3-ADEF-71AEA8C127D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60155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F47163-8B8C-4ECD-B8F6-BAF3CFD011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E0B7DE-2C55-4DD8-856E-AD311FAF8F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420053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Ecrã Panorâmico</PresentationFormat>
  <Paragraphs>0</Paragraphs>
  <Slides>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gabriel silva</dc:creator>
  <cp:lastModifiedBy>gabriel silva</cp:lastModifiedBy>
  <cp:revision>1</cp:revision>
  <dcterms:created xsi:type="dcterms:W3CDTF">2020-10-29T15:16:26Z</dcterms:created>
  <dcterms:modified xsi:type="dcterms:W3CDTF">2020-10-29T15:16:43Z</dcterms:modified>
</cp:coreProperties>
</file>